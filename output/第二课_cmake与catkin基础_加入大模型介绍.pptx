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Layouts/slideLayout25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Default Extension="svg" ContentType="image/svg+xml"/>
  <Override PartName="/ppt/notesSlides/notesSlide6.xml" ContentType="application/vnd.openxmlformats-officedocument.presentationml.notesSlide+xml"/>
  <Override PartName="/ppt/notesMasters/notesMaster2.xml" ContentType="application/vnd.openxmlformats-officedocument.presentationml.notesMaster+xml"/>
  <Override PartName="/ppt/notesMasters/theme/theme3.xml" ContentType="application/vnd.openxmlformats-officedocument.them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  <p:sldMasterId id="2147483661" r:id="rId2"/>
    <p:sldMasterId id="2147483662" r:id="rIdAIIntro1"/>
  </p:sldMasterIdLst>
  <p:notesMasterIdLst>
    <p:notesMasterId r:id="rId15"/>
    <p:notesMasterId r:id="rIdAIIntro2"/>
  </p:notesMasterIdLst>
  <p:sldIdLst>
    <p:sldId id="256" r:id="rId3"/>
    <p:sldId id="402" r:id="rIdFourPage2"/>
    <p:sldId id="403" r:id="rIdFourPage3"/>
    <p:sldId id="404" r:id="rIdFourPage4"/>
    <p:sldId id="406" r:id="rIdAIIntro3"/>
    <p:sldId id="407" r:id="rIdAIIntro4"/>
    <p:sldId id="408" r:id="rIdAIIntro5"/>
    <p:sldId id="405" r:id="rIdFourPage5"/>
  </p:sldIdLst>
  <p:sldSz cx="12187238" cy="6858000"/>
  <p:notesSz cx="7099300" cy="10234613"/>
  <p:custDataLst>
    <p:tags r:id="rId1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FourPage2" Type="http://schemas.openxmlformats.org/officeDocument/2006/relationships/slide" Target="slides/slide2.xml"/><Relationship Id="rIdFourPage3" Type="http://schemas.openxmlformats.org/officeDocument/2006/relationships/slide" Target="slides/slide3.xml"/><Relationship Id="rIdFourPage4" Type="http://schemas.openxmlformats.org/officeDocument/2006/relationships/slide" Target="slides/slide4.xml"/><Relationship Id="rIdFourPage5" Type="http://schemas.openxmlformats.org/officeDocument/2006/relationships/slide" Target="slides/slide5.xml"/><Relationship Id="rIdAIIntro1" Type="http://schemas.openxmlformats.org/officeDocument/2006/relationships/slideMaster" Target="slideMasters/slideMaster3.xml"/><Relationship Id="rIdAIIntro2" Type="http://schemas.openxmlformats.org/officeDocument/2006/relationships/notesMaster" Target="notesMasters/notesMaster2.xml"/><Relationship Id="rIdAIIntro3" Type="http://schemas.openxmlformats.org/officeDocument/2006/relationships/slide" Target="slides/slide6.xml"/><Relationship Id="rIdAIIntro4" Type="http://schemas.openxmlformats.org/officeDocument/2006/relationships/slide" Target="slides/slide7.xml"/><Relationship Id="rIdAIIntro5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_rels/notesMaster2.xml.rels><?xml version='1.0' encoding='UTF-8' standalone='yes'?>
<Relationships xmlns="http://schemas.openxmlformats.org/package/2006/relationships"><Relationship Type="http://schemas.openxmlformats.org/officeDocument/2006/relationships/theme" Target="theme/theme3.xml" Id="R1997c8dc09c14687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de-DE" sz="1800" b="0" strike="noStrike" spc="-1">
                <a:solidFill>
                  <a:srgbClr val="000000"/>
                </a:solidFill>
                <a:latin typeface="Arial" panose="020B0604020202020204"/>
              </a:rPr>
              <a:t>Click to move the slide</a:t>
            </a: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 panose="020B0604020202020204"/>
              </a:rPr>
              <a:t>Click to edit the notes format</a:t>
            </a:r>
          </a:p>
        </p:txBody>
      </p:sp>
      <p:sp>
        <p:nvSpPr>
          <p:cNvPr id="13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 panose="02020603050405020304"/>
              </a:rPr>
              <a:t>&lt;header&gt;</a:t>
            </a:r>
          </a:p>
        </p:txBody>
      </p:sp>
      <p:sp>
        <p:nvSpPr>
          <p:cNvPr id="138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 panose="02020603050405020304"/>
              </a:rPr>
              <a:t>&lt;date/time&gt;</a:t>
            </a:r>
          </a:p>
        </p:txBody>
      </p:sp>
      <p:sp>
        <p:nvSpPr>
          <p:cNvPr id="139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 panose="02020603050405020304"/>
              </a:rPr>
              <a:t>&lt;footer&gt;</a:t>
            </a:r>
          </a:p>
        </p:txBody>
      </p:sp>
      <p:sp>
        <p:nvSpPr>
          <p:cNvPr id="140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AD00AA25-ED96-41D1-A131-1AF563B514A2}" type="slidenum">
              <a:rPr lang="en-US" sz="1400" b="0" strike="noStrike" spc="-1">
                <a:latin typeface="Times New Roman" panose="02020603050405020304"/>
              </a:rPr>
              <a:t>‹#›</a:t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Masters/notesMaster2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.xml" /></Relationships>
</file>

<file path=ppt/notesSlides/_rels/notesSlide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.xml" /></Relationships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../slides/slide6.xml" Id="R7c80d7fa8c8f47fc"/><Relationship Type="http://schemas.openxmlformats.org/officeDocument/2006/relationships/notesMaster" Target="../notesMasters/notesMaster2.xml" Id="R42be0b271cbb4f6a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../slides/slide7.xml" Id="R33770f053da94006"/><Relationship Type="http://schemas.openxmlformats.org/officeDocument/2006/relationships/notesMaster" Target="../notesMasters/notesMaster2.xml" Id="Re29e4fde043b4b18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../slides/slide8.xml" Id="Rac2eeedf0efb438d"/><Relationship Type="http://schemas.openxmlformats.org/officeDocument/2006/relationships/notesMaster" Target="../notesMasters/notesMaster2.xml" Id="R4c1023d6e7ef40c3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6725" cy="3836988"/>
          </a:xfrm>
          <a:prstGeom prst="rect">
            <a:avLst/>
          </a:prstGeom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9000" cy="460512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r>
              <a:rPr lang="zh-CN" sz="1600">
                <a:latin typeface="Arial"/>
                <a:ea typeface="宋体"/>
              </a:rPr>
              <a:t>时间：开场约 2 分钟。</a:t>
            </a:r>
          </a:p>
          <a:p>
            <a:r>
              <a:rPr lang="zh-CN" sz="1600">
                <a:latin typeface="Arial"/>
                <a:ea typeface="宋体"/>
              </a:rPr>
              <a:t>口述：今天的第二课围绕一个计算任务展开。给出底盘左右轮角速度，计算车体的前进速度和转向角速度。我们会先用一个 C++ 文件完成计算，再拆出头文件和实现，亲自编译与链接。接着用 Make 保存构建规则，用 CMake 描述库、应用和测试，最后在 ROS 1 工作空间中运行两个相互依赖的包。</a:t>
            </a:r>
          </a:p>
          <a:p>
            <a:r>
              <a:rPr lang="zh-CN" sz="1600">
                <a:latin typeface="Arial"/>
                <a:ea typeface="宋体"/>
              </a:rPr>
              <a:t>操作：展示封面的轮腿机器人，说明课堂使用差速底盘的平面运动学简化模型。学生已经拿到完整程序，现场集中输入构建命令、修改构建配置和观察结果。</a:t>
            </a:r>
          </a:p>
          <a:p>
            <a:r>
              <a:rPr lang="zh-CN" sz="1600">
                <a:latin typeface="Arial"/>
                <a:ea typeface="宋体"/>
              </a:rPr>
              <a:t>提问：同一个计算函数，从命令行程序接入 ROS 时，哪些部分可以继续使用？先收集答案，保留到最后回顾。</a:t>
            </a:r>
          </a:p>
          <a:p>
            <a:r>
              <a:rPr lang="zh-CN" sz="1600">
                <a:latin typeface="Arial"/>
                <a:ea typeface="宋体"/>
              </a:rPr>
              <a:t>过渡：下一页确认五个阶段的顺序与课堂分工。</a:t>
            </a:r>
          </a:p>
        </p:txBody>
      </p:sp>
      <p:sp>
        <p:nvSpPr>
          <p:cNvPr id="214" name="TextShape 3"/>
          <p:cNvSpPr txBox="1"/>
          <p:nvPr/>
        </p:nvSpPr>
        <p:spPr>
          <a:xfrm>
            <a:off x="4021200" y="9721080"/>
            <a:ext cx="3075840" cy="511200"/>
          </a:xfrm>
          <a:prstGeom prst="rect">
            <a:avLst/>
          </a:prstGeom>
          <a:noFill/>
          <a:ln>
            <a:noFill/>
          </a:ln>
        </p:spPr>
        <p:txBody>
          <a:bodyPr lIns="99000" tIns="49680" rIns="99000" bIns="49680" anchor="b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6725" cy="3836988"/>
          </a:xfrm>
          <a:prstGeom prst="rect">
            <a:avLst/>
          </a:prstGeom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9000" cy="460512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r>
              <a:rPr lang="zh-CN" sz="1600">
                <a:latin typeface="Consolas"/>
                <a:ea typeface="Microsoft YaHei"/>
              </a:rPr>
              <a:t>第 1 页：单个文件编译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先看一个最简单的程序。所有代码都写在 main.cpp 里，调用 add() 计算 1 + 2，然后打印结果。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写好代码后，我们在终端执行：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g++ main.cpp -o demo</a:t>
            </a:r>
          </a:p>
          <a:p>
            <a:r>
              <a:rPr lang="zh-CN" sz="1600">
                <a:latin typeface="Consolas"/>
                <a:ea typeface="Microsoft YaHei"/>
              </a:rPr>
              <a:t>./demo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可以看到输出是 3。这里的 -o demo 指定了生成的可执行文件名称。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从源代码到可执行文件，要经过编译和链接。刚才这条 g++ 命令把这些工作一起完成了，我们也可以拆开执行。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g++ -c main.cpp -o main.o</a:t>
            </a:r>
          </a:p>
          <a:p>
            <a:r>
              <a:rPr lang="zh-CN" sz="1600">
                <a:latin typeface="Consolas"/>
                <a:ea typeface="Microsoft YaHei"/>
              </a:rPr>
              <a:t>g++ main.o -o demo</a:t>
            </a:r>
          </a:p>
          <a:p>
            <a:r>
              <a:rPr lang="zh-CN" sz="1600">
                <a:latin typeface="Consolas"/>
                <a:ea typeface="Microsoft YaHei"/>
              </a:rPr>
              <a:t>./demo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第一条命令加了 -c，编译后得到目标文件 main.o。第二条命令完成链接，得到可以运行的 demo。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这一页先记住：我们写的是源代码，编译得到目标文件，链接后得到可执行文件。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演示目录：cmake_catkin_course/demos/01_single_file。</a:t>
            </a:r>
          </a:p>
        </p:txBody>
      </p:sp>
      <p:sp>
        <p:nvSpPr>
          <p:cNvPr id="214" name="TextShape 3"/>
          <p:cNvSpPr txBox="1"/>
          <p:nvPr/>
        </p:nvSpPr>
        <p:spPr>
          <a:xfrm>
            <a:off x="4021200" y="9721080"/>
            <a:ext cx="3075840" cy="511200"/>
          </a:xfrm>
          <a:prstGeom prst="rect">
            <a:avLst/>
          </a:prstGeom>
          <a:noFill/>
          <a:ln>
            <a:noFill/>
          </a:ln>
        </p:spPr>
        <p:txBody>
          <a:bodyPr lIns="99000" tIns="49680" rIns="99000" bIns="49680" anchor="b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6725" cy="3836988"/>
          </a:xfrm>
          <a:prstGeom prst="rect">
            <a:avLst/>
          </a:prstGeom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9000" cy="460512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r>
              <a:rPr lang="zh-CN" sz="1600">
                <a:latin typeface="Consolas"/>
                <a:ea typeface="Microsoft YaHei"/>
              </a:rPr>
              <a:t>第 2 页：多个文件编译，介绍 Make 和 Makefile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现在把刚才的程序拆成三个文件。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main.cpp 放程序入口，add.h 声明 add() 函数，add.cpp 写函数实现。以后修改加法函数，可以直接去 add.cpp 里改。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先把两个 .cpp 文件一起交给编译器：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g++ main.cpp add.cpp -o demo</a:t>
            </a:r>
          </a:p>
          <a:p>
            <a:r>
              <a:rPr lang="zh-CN" sz="1600">
                <a:latin typeface="Consolas"/>
                <a:ea typeface="Microsoft YaHei"/>
              </a:rPr>
              <a:t>./demo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结果还是 3。程序的功能没有变化，只是代码分到了不同文件中。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同样，也可以分别编译，再把目标文件链接起来：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g++ -c main.cpp</a:t>
            </a:r>
          </a:p>
          <a:p>
            <a:r>
              <a:rPr lang="zh-CN" sz="1600">
                <a:latin typeface="Consolas"/>
                <a:ea typeface="Microsoft YaHei"/>
              </a:rPr>
              <a:t>g++ -c add.cpp</a:t>
            </a:r>
          </a:p>
          <a:p>
            <a:r>
              <a:rPr lang="zh-CN" sz="1600">
                <a:latin typeface="Consolas"/>
                <a:ea typeface="Microsoft YaHei"/>
              </a:rPr>
              <a:t>g++ main.o add.o -o demo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现在只有两个源文件，手动输入这些命令还比较方便。文件多起来以后，每次都要重复输入，还要判断哪些文件需要重新编译。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我们可以把这些命令和文件之间的依赖关系写进 Makefile：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demo: main.o add.o</a:t>
            </a:r>
          </a:p>
          <a:p>
            <a:r>
              <a:rPr lang="zh-CN" sz="1600">
                <a:latin typeface="Consolas"/>
                <a:ea typeface="Microsoft YaHei"/>
              </a:rPr>
              <a:t>	g++ main.o add.o -o demo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main.o: main.cpp add.h</a:t>
            </a:r>
          </a:p>
          <a:p>
            <a:r>
              <a:rPr lang="zh-CN" sz="1600">
                <a:latin typeface="Consolas"/>
                <a:ea typeface="Microsoft YaHei"/>
              </a:rPr>
              <a:t>	g++ -c main.cpp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add.o: add.cpp add.h</a:t>
            </a:r>
          </a:p>
          <a:p>
            <a:r>
              <a:rPr lang="zh-CN" sz="1600">
                <a:latin typeface="Consolas"/>
                <a:ea typeface="Microsoft YaHei"/>
              </a:rPr>
              <a:t>	g++ -c add.cpp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先看第一条规则：生成 demo 需要 main.o 和 add.o，下面这一行是生成它的命令。后面两条规则分别说明两个目标文件怎么编译出来。命令行开头要用 Tab。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写好以后，执行：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make</a:t>
            </a:r>
          </a:p>
          <a:p>
            <a:r>
              <a:rPr lang="zh-CN" sz="1600">
                <a:latin typeface="Consolas"/>
                <a:ea typeface="Microsoft YaHei"/>
              </a:rPr>
              <a:t>./demo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Make 会读取 Makefile，按照依赖关系执行命令。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再执行一次 make，可以看到它没有重复编译。接下来修改并保存 add.cpp，再运行 make，观察终端：它会重新编译 add.cpp，然后重新链接，已有的 main.o 可以继续使用。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Make 帮我们执行构建命令，也会根据文件的修改时间判断哪些步骤需要重做。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手工编译演示目录：cmake_catkin_course/demos/02_multi_manual。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Make 演示目录：cmake_catkin_course/demos/03_makefile。</a:t>
            </a:r>
          </a:p>
        </p:txBody>
      </p:sp>
      <p:sp>
        <p:nvSpPr>
          <p:cNvPr id="214" name="TextShape 3"/>
          <p:cNvSpPr txBox="1"/>
          <p:nvPr/>
        </p:nvSpPr>
        <p:spPr>
          <a:xfrm>
            <a:off x="4021200" y="9721080"/>
            <a:ext cx="3075840" cy="511200"/>
          </a:xfrm>
          <a:prstGeom prst="rect">
            <a:avLst/>
          </a:prstGeom>
          <a:noFill/>
          <a:ln>
            <a:noFill/>
          </a:ln>
        </p:spPr>
        <p:txBody>
          <a:bodyPr lIns="99000" tIns="49680" rIns="99000" bIns="49680" anchor="b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6725" cy="3836988"/>
          </a:xfrm>
          <a:prstGeom prst="rect">
            <a:avLst/>
          </a:prstGeom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9000" cy="460512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r>
              <a:rPr lang="zh-CN" sz="1600">
                <a:latin typeface="Consolas"/>
                <a:ea typeface="Microsoft YaHei"/>
              </a:rPr>
              <a:t>第 3 页：项目越来越大，介绍 CMake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继续增加文件。除了 add.cpp，项目里可能还有电机控制、传感器读取、通信等代码，也会用到其他库。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这些内容都能写进 Makefile。不过，随着文件和依赖增加，我们需要维护的规则也会越来越多。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接下来使用 CMake。先从当前这个小程序开始，新建 CMakeLists.txt：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cmake_minimum_required(VERSION 3.16)</a:t>
            </a:r>
          </a:p>
          <a:p>
            <a:r>
              <a:rPr lang="zh-CN" sz="1600">
                <a:latin typeface="Consolas"/>
                <a:ea typeface="Microsoft YaHei"/>
              </a:rPr>
              <a:t>project(add_demo)</a:t>
            </a:r>
          </a:p>
          <a:p>
            <a:r>
              <a:rPr lang="zh-CN" sz="1600">
                <a:latin typeface="Consolas"/>
                <a:ea typeface="Microsoft YaHei"/>
              </a:rPr>
              <a:t>add_executable(demo main.cpp add.cpp)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第一行指定最低 CMake 版本。第二行设置项目名称。第三行说明：用 main.cpp 和 add.cpp 生成可执行程序 demo。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然后执行：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cmake -S . -B build -G "Unix Makefiles"</a:t>
            </a:r>
          </a:p>
          <a:p>
            <a:r>
              <a:rPr lang="zh-CN" sz="1600">
                <a:latin typeface="Consolas"/>
                <a:ea typeface="Microsoft YaHei"/>
              </a:rPr>
              <a:t>cmake --build build</a:t>
            </a:r>
          </a:p>
          <a:p>
            <a:r>
              <a:rPr lang="zh-CN" sz="1600">
                <a:latin typeface="Consolas"/>
                <a:ea typeface="Microsoft YaHei"/>
              </a:rPr>
              <a:t>./build/demo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第一条命令读取当前目录的 CMakeLists.txt，在 build 目录中生成 Makefile。第二条命令调用 Make 完成编译和链接。最后运行程序，输出仍然是 3。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可以打开 build 目录看一下，里面已经有了 CMake 生成的 Makefile。平时我们修改源代码和 CMakeLists.txt，再执行构建命令。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以后项目增加一个源文件，可以把它加入 add_executable()。需要使用库时，再补上相应的查找和链接配置。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到这里，我们依次做了三件事：直接输入编译命令，把命令和依赖写进 Makefile，再用 CMake 描述项目并生成构建文件。后面讲 catkin，就从这份 CMakeLists.txt 继续往下看。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演示目录：cmake_catkin_course/demos/04_cmake。</a:t>
            </a:r>
          </a:p>
        </p:txBody>
      </p:sp>
      <p:sp>
        <p:nvSpPr>
          <p:cNvPr id="214" name="TextShape 3"/>
          <p:cNvSpPr txBox="1"/>
          <p:nvPr/>
        </p:nvSpPr>
        <p:spPr>
          <a:xfrm>
            <a:off x="4021200" y="9721080"/>
            <a:ext cx="3075840" cy="511200"/>
          </a:xfrm>
          <a:prstGeom prst="rect">
            <a:avLst/>
          </a:prstGeom>
          <a:noFill/>
          <a:ln>
            <a:noFill/>
          </a:ln>
        </p:spPr>
        <p:txBody>
          <a:bodyPr lIns="99000" tIns="49680" rIns="99000" bIns="49680" anchor="b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6725" cy="3836988"/>
          </a:xfrm>
          <a:prstGeom prst="rect">
            <a:avLst/>
          </a:prstGeom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9000" cy="460512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r>
              <a:rPr lang="zh-CN" sz="1600">
                <a:latin typeface="Consolas"/>
                <a:ea typeface="Microsoft YaHei"/>
              </a:rPr>
              <a:t>第 4 页：多个 CMake 项目，介绍 catkin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刚才我们用 CMake 管理了一个项目。继续往下做，一台机器人可能需要电机驱动、传感器读取、控制算法等多个项目，每个项目都有自己的 CMakeLists.txt。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这些项目之间还会互相依赖。比如控制程序需要调用电机驱动提供的接口，也需要读取传感器数据。构建整个代码库时，我们就要处理这些依赖，让各个项目能找到需要的头文件和库。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在 ROS 1 中，我们通常把这些功能分别组织成包，再把多个包放进同一个工作空间。catkin 基于 CMake，为这些包提供统一的构建方式，并根据声明的依赖关系组织构建。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先看目录：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catkin_ws/</a:t>
            </a:r>
          </a:p>
          <a:p>
            <a:r>
              <a:rPr lang="zh-CN" sz="1600">
                <a:latin typeface="Consolas"/>
                <a:ea typeface="Microsoft YaHei"/>
              </a:rPr>
              <a:t>└── src/</a:t>
            </a:r>
          </a:p>
          <a:p>
            <a:r>
              <a:rPr lang="zh-CN" sz="1600">
                <a:latin typeface="Consolas"/>
                <a:ea typeface="Microsoft YaHei"/>
              </a:rPr>
              <a:t>    ├── motor_driver/</a:t>
            </a:r>
          </a:p>
          <a:p>
            <a:r>
              <a:rPr lang="zh-CN" sz="1600">
                <a:latin typeface="Consolas"/>
                <a:ea typeface="Microsoft YaHei"/>
              </a:rPr>
              <a:t>    │   ├── CMakeLists.txt</a:t>
            </a:r>
          </a:p>
          <a:p>
            <a:r>
              <a:rPr lang="zh-CN" sz="1600">
                <a:latin typeface="Consolas"/>
                <a:ea typeface="Microsoft YaHei"/>
              </a:rPr>
              <a:t>    │   └── package.xml</a:t>
            </a:r>
          </a:p>
          <a:p>
            <a:r>
              <a:rPr lang="zh-CN" sz="1600">
                <a:latin typeface="Consolas"/>
                <a:ea typeface="Microsoft YaHei"/>
              </a:rPr>
              <a:t>    ├── sensor_driver/</a:t>
            </a:r>
          </a:p>
          <a:p>
            <a:r>
              <a:rPr lang="zh-CN" sz="1600">
                <a:latin typeface="Consolas"/>
                <a:ea typeface="Microsoft YaHei"/>
              </a:rPr>
              <a:t>    │   ├── CMakeLists.txt</a:t>
            </a:r>
          </a:p>
          <a:p>
            <a:r>
              <a:rPr lang="zh-CN" sz="1600">
                <a:latin typeface="Consolas"/>
                <a:ea typeface="Microsoft YaHei"/>
              </a:rPr>
              <a:t>    │   └── package.xml</a:t>
            </a:r>
          </a:p>
          <a:p>
            <a:r>
              <a:rPr lang="zh-CN" sz="1600">
                <a:latin typeface="Consolas"/>
                <a:ea typeface="Microsoft YaHei"/>
              </a:rPr>
              <a:t>    └── robot_control/</a:t>
            </a:r>
          </a:p>
          <a:p>
            <a:r>
              <a:rPr lang="zh-CN" sz="1600">
                <a:latin typeface="Consolas"/>
                <a:ea typeface="Microsoft YaHei"/>
              </a:rPr>
              <a:t>        ├── CMakeLists.txt</a:t>
            </a:r>
          </a:p>
          <a:p>
            <a:r>
              <a:rPr lang="zh-CN" sz="1600">
                <a:latin typeface="Consolas"/>
                <a:ea typeface="Microsoft YaHei"/>
              </a:rPr>
              <a:t>        └── package.xml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这里有三个包，每个包都有两个需要关注的文件。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CMakeLists.txt 前面已经见过，用来描述怎么构建程序，比如编译哪些源文件、链接哪些库。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package.xml 用来记录包的信息和依赖，比如这个包叫什么、需要用到哪些其他包。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这些信息配置好以后，我们可以在工作空间的根目录统一构建：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cd catkin_ws</a:t>
            </a:r>
          </a:p>
          <a:p>
            <a:r>
              <a:rPr lang="zh-CN" sz="1600">
                <a:latin typeface="Consolas"/>
                <a:ea typeface="Microsoft YaHei"/>
              </a:rPr>
              <a:t>source /opt/ros/noetic/setup.bash</a:t>
            </a:r>
          </a:p>
          <a:p>
            <a:r>
              <a:rPr lang="zh-CN" sz="1600">
                <a:latin typeface="Consolas"/>
                <a:ea typeface="Microsoft YaHei"/>
              </a:rPr>
              <a:t>catkin_make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可以观察终端输出：catkin 会找到工作空间中的包，读取它们的依赖关系，再通过 CMake 和 Make 完成构建。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构建后，工作空间中会出现 build 和 devel 目录。build 存放构建过程中的文件，devel 中包含开发时使用的程序、库和环境配置。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接着执行：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source devel/setup.bash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这一步把当前工作空间加入终端环境，方便 ROS 找到我们刚构建的包和程序。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前面写过的 CMakeLists.txt 在这里还会继续使用。接下来我们打开一个具体的 ROS 包，看看里面增加了哪些 catkin 配置。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find_package(catkin REQUIRED COMPONENTS roscpp std_msgs)</a:t>
            </a:r>
          </a:p>
          <a:p>
            <a:r>
              <a:rPr lang="zh-CN" sz="1600">
                <a:latin typeface="Consolas"/>
                <a:ea typeface="Microsoft YaHei"/>
              </a:rPr>
              <a:t>catkin_package()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find_package() 查找 catkin 和当前包需要的组件。catkin_package() 声明当前包对外提供的信息。实际构建程序时，后面还要写目标、头文件路径和链接配置。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上面的三个包用于介绍大型代码库的组织方式。现场构建使用已经准备好的简单 Demo，进入 cmake_catkin_course/demos/05_catkin/workspace 后执行构建和环境配置命令。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技术参考：catkin 工作空间实现</a:t>
            </a:r>
          </a:p>
          <a:p>
            <a:r>
              <a:rPr lang="zh-CN" sz="1600">
                <a:latin typeface="Consolas"/>
                <a:ea typeface="Microsoft YaHei"/>
              </a:rPr>
              <a:t>https://github.com/ros/catkin/blob/noetic-devel/cmake/catkin_workspace.cmake、catkin_package 配置</a:t>
            </a:r>
          </a:p>
          <a:p>
            <a:r>
              <a:rPr lang="zh-CN" sz="1600">
                <a:latin typeface="Consolas"/>
                <a:ea typeface="Microsoft YaHei"/>
              </a:rPr>
              <a:t>https://github.com/ros/catkin/blob/noetic-devel/cmake/catkin_package.cmake。</a:t>
            </a:r>
          </a:p>
        </p:txBody>
      </p:sp>
      <p:sp>
        <p:nvSpPr>
          <p:cNvPr id="214" name="TextShape 3"/>
          <p:cNvSpPr txBox="1"/>
          <p:nvPr/>
        </p:nvSpPr>
        <p:spPr>
          <a:xfrm>
            <a:off x="4021200" y="9721080"/>
            <a:ext cx="3075840" cy="511200"/>
          </a:xfrm>
          <a:prstGeom prst="rect">
            <a:avLst/>
          </a:prstGeom>
          <a:noFill/>
          <a:ln>
            <a:noFill/>
          </a:ln>
        </p:spPr>
        <p:txBody>
          <a:bodyPr lIns="99000" tIns="49680" rIns="99000" bIns="49680" anchor="b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这一页先介绍三个后面会经常用到的名词：LLM、harness 和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我们平时讨论的 AI 模型，很多都属于 LLM，也就是大语言模型。比如 DeepSeek 最近的 V4.1-Flash-1017，以及 OpenAI 的 GPT-6 Astra。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从文本生成的过程来看，可以先把 LLM 理解成一个根据上下文预测下一个 token 的模型。token 可以是一个字、一个词的一部分，也可以是标点或代码符号。模型根据已有内容，逐步生成后续内容，最后形成我们看到的回答。经过大量训练，这个过程能够完成解释知识、分析问题、生成代码等复杂任务。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不过，要让模型参与实际开发，还需要给它提供代码文件、终端、编译器等工具，并且管理它使用这些工具的过程。这里就涉及第二个概念：harness。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Harness 是围绕模型运行的一套软件，负责组织输入信息、连接工具、执行模型提出的操作，并把执行结果交回模型。它还会管理对话记录、工作进度，以及哪些操作需要我们确认。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举个例子，我们让 AI 修复一个 C 程序的编译错误。模型首先需要查看代码，于是提出读取文件的请求。harness 调用文件工具，把代码交给模型。模型分析后提出修改，harness 再通过编辑工具修改文件，然后调用终端运行编译命令。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如果编译器继续报错，harness 就把报错信息交回模型。模型根据新的信息继续分析、修改和验证。这样就形成了一个循环：查看信息、决定下一步、执行操作、检查结果。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OpenCode、Claude Code、Codex 这类开发工具，都包含了这样的 harness。我们使用时可以关注两个问题：连接的是哪个模型，以及这套工具给模型提供了哪些能力。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最后是 agent，通常翻译成智能体。在今天的代码开发场景里，当模型结合这些工具，围绕一个目标连续执行任务，并根据结果调整下一步操作时，我们就可以把这套工作的系统称为 coding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比如，你给它一个目标：“找到编译失败的原因，完成修改，再验证能否通过编译。”它会在允许的范围内连续完成多个步骤。我们则负责说明目标、提供必要信息、确认重要操作，并检查最终结果。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https://api-docs.deepseek.com/quick_start/pricing/</a:t>
            </a:r>
          </a:p>
          <a:p xmlns:a="http://schemas.openxmlformats.org/drawingml/2006/main">
            <a:r>
              <a:t>https://developers.openai.com/api/docs/models/gpt-6-astra</a:t>
            </a:r>
          </a:p>
          <a:p xmlns:a="http://schemas.openxmlformats.org/drawingml/2006/main">
            <a:r>
              <a:t>https://developers.openai.com/blog/codex-as-a-platform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图标来源</a:t>
            </a:r>
          </a:p>
          <a:p xmlns:a="http://schemas.openxmlformats.org/drawingml/2006/main">
            <a:r>
              <a:t>https://lucide.dev/icons/brain-circuit</a:t>
            </a:r>
          </a:p>
          <a:p xmlns:a="http://schemas.openxmlformats.org/drawingml/2006/main">
            <a:r>
              <a:t>https://lucide.dev/icons/workflow</a:t>
            </a:r>
          </a:p>
          <a:p xmlns:a="http://schemas.openxmlformats.org/drawingml/2006/main">
            <a:r>
              <a:t>https://lucide.dev/icons/bot</a:t>
            </a:r>
          </a:p>
          <a:p xmlns:a="http://schemas.openxmlformats.org/drawingml/2006/main">
            <a:r>
              <a:t>Lucide icons, ISC license: https://lucide.dev/license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前面介绍了模型和 harness，接下来看看，我们平时通过哪些工具使用它们。代码开发中常见的使用方式包括命令行工具、桌面应用，以及编辑器里的 AI 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先说 CLI，也就是命令行界面。这类工具运行在终端里，比如 Claude Code、Codex CLI 和 OpenCode。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时，我们通常先进入项目目录，再用一条命令启动工具。启动后，就可以用自然语言提出任务，比如“介绍一下这个项目的目录”“帮我解释这个函数”，或者“查看编译报错并尝试修复”。工具可以在允许的范围内读取文件、修改代码和执行命令，我们也能在终端里查看它的操作与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第二类是桌面应用，也就是带有图形界面的软件。比如 OpenCode 的桌面端，以及 Claude Code 的桌面使用方式。这类界面通常会把对话、项目文件和代码修改放在不同区域，方便我们通过点击来查看和操作。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还有一类工具会直接集成在代码编辑器里。我们阅读某段代码时，可以选中它，让 AI 解释；修改代码时，也可以在编辑器中查看建议和接受修改。这样，写代码和使用 AI 就能在同一个界面里进行。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这里要联系上一页的概念：模型负责生成回答和操作请求，harness 管理任务执行，CLI 和图形界面提供人与工具交互的入口。同一个产品可以同时提供多种界面，具体支持哪些模型和功能，要看产品的配置。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另外，把 CLI 或桌面应用装到电脑上以后，模型计算仍可能通过网络在云端完成。安装开发工具、配置模型服务，以及在本地运行模型，是需要分别了解的步骤。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对于我们接下来的培训，可以先选定一种工具，学会打开项目、提出任务、查看修改和检查运行结果。熟悉这些操作后，再根据自己的习惯选择终端、桌面应用或编辑器。下一页会介绍怎样通过 skill 和 AGENTS.md，向工具补充任务方法与项目要求。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https://developers.openai.com/codex/cli</a:t>
            </a:r>
          </a:p>
          <a:p xmlns:a="http://schemas.openxmlformats.org/drawingml/2006/main">
            <a:r>
              <a:t>https://learn.chatgpt.com/docs/app</a:t>
            </a:r>
          </a:p>
          <a:p xmlns:a="http://schemas.openxmlformats.org/drawingml/2006/main">
            <a:r>
              <a:t>https://code.claude.com/docs/en/overview</a:t>
            </a:r>
          </a:p>
          <a:p xmlns:a="http://schemas.openxmlformats.org/drawingml/2006/main">
            <a:r>
              <a:t>https://opencode.ai/docs/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图标来源</a:t>
            </a:r>
          </a:p>
          <a:p xmlns:a="http://schemas.openxmlformats.org/drawingml/2006/main">
            <a:r>
              <a:t>https://lucide.dev/icons/square-terminal</a:t>
            </a:r>
          </a:p>
          <a:p xmlns:a="http://schemas.openxmlformats.org/drawingml/2006/main">
            <a:r>
              <a:t>https://lucide.dev/icons/monitor</a:t>
            </a:r>
          </a:p>
          <a:p xmlns:a="http://schemas.openxmlformats.org/drawingml/2006/main">
            <a:r>
              <a:t>https://lucide.dev/icons/code-xml</a:t>
            </a:r>
          </a:p>
          <a:p xmlns:a="http://schemas.openxmlformats.org/drawingml/2006/main">
            <a:r>
              <a:t>Lucide icons, ISC license: https://lucide.dev/license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上一页介绍了 CLI、桌面应用和编辑器里的 AI 功能。这一页再认识两个使用 AI 开发工具时经常会遇到的概念：skill 和 AGENTS.md。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先说 skill，通常翻译成技能。我们可以把它理解成一份可复用的任务说明，里面写清楚某类任务应该怎样完成。根据需要，还可以附带参考资料、模板和脚本。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比如，我们希望 AI 帮忙阅读代码时，先介绍整体功能，再解释关键函数，最后给出一个具体例子。就可以把这些要求整理成 skill，以后遇到类似任务时重复使用。支持 skill 的工具通常会根据任务选择并加载相应说明，我们也可以主动指定。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接下来是 AGENTS.md。它通常放在项目目录中，用来告诉 AI：这个项目怎样组织，应该遵守哪些约定，以及怎样开展工作。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比如，一个战队项目可以在里面写明：使用什么语言和编译工具，源码放在哪些目录，怎样编译和测试，注释采用什么风格，以及修改代码时需要注意哪些要求。支持 AGENTS.md 的开发工具会按照自己的读取规则，把这些内容提供给模型。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在实际使用中，两者可以配合。AGENTS.md 提供当前项目的背景和约定，skill 提供某类任务的具体做法。比如处理编译错误时，AI 可以先从项目说明中了解编译命令，再按照相关 skill 的步骤检查日志、修改代码和验证结果。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刚开始使用时，可以先写一份简短的 AGENTS.md，说明项目用途、编译方法和基本要求。随着开发过程中出现重复需求，再逐步整理成 skill。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https://agentskills.io/home</a:t>
            </a:r>
          </a:p>
          <a:p xmlns:a="http://schemas.openxmlformats.org/drawingml/2006/main">
            <a:r>
              <a:t>https://opencode.ai/docs/skills/</a:t>
            </a:r>
          </a:p>
          <a:p xmlns:a="http://schemas.openxmlformats.org/drawingml/2006/main">
            <a:r>
              <a:t>https://opencode.ai/docs/rules/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图标来源</a:t>
            </a:r>
          </a:p>
          <a:p xmlns:a="http://schemas.openxmlformats.org/drawingml/2006/main">
            <a:r>
              <a:t>https://lucide.dev/icons/book-open-check</a:t>
            </a:r>
          </a:p>
          <a:p xmlns:a="http://schemas.openxmlformats.org/drawingml/2006/main">
            <a:r>
              <a:t>https://lucide.dev/icons/file-cog</a:t>
            </a:r>
          </a:p>
          <a:p xmlns:a="http://schemas.openxmlformats.org/drawingml/2006/main">
            <a:r>
              <a:t>Lucide icons, ISC license: https://lucide.dev/license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3.xml" Id="Rd8a46af733ac44fb"/></Relationships>
</file>

<file path=ppt/slideLayouts/_rels/slideLayout2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3.xml" Id="R5fc8b0fcc3c24f0c"/></Relationships>
</file>

<file path=ppt/slideLayouts/_rels/slideLayout27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3.xml" Id="R1018d8a2030e41d7"/></Relationships>
</file>

<file path=ppt/slideLayouts/_rels/slideLayout28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3.xml" Id="R57af0bd56ce340d8"/></Relationships>
</file>

<file path=ppt/slideLayouts/_rels/slideLayout29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3.xml" Id="R35affb694aa04fa1"/></Relationships>
</file>

<file path=ppt/slideLayouts/_rels/slideLayout30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3.xml" Id="R5cea7d0de4b748e9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324000" y="2023920"/>
            <a:ext cx="5577120" cy="4212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557712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ubTitle"/>
          </p:nvPr>
        </p:nvSpPr>
        <p:spPr>
          <a:xfrm>
            <a:off x="324000" y="1263240"/>
            <a:ext cx="11537640" cy="3525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318204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324000" y="422424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318204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220968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09572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32400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body"/>
          </p:nvPr>
        </p:nvSpPr>
        <p:spPr>
          <a:xfrm>
            <a:off x="220968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body"/>
          </p:nvPr>
        </p:nvSpPr>
        <p:spPr>
          <a:xfrm>
            <a:off x="409572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324000" y="2023920"/>
            <a:ext cx="5577120" cy="4212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557712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ubTitle"/>
          </p:nvPr>
        </p:nvSpPr>
        <p:spPr>
          <a:xfrm>
            <a:off x="324000" y="1263240"/>
            <a:ext cx="11537640" cy="3525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318204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324000" y="422424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318204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220968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409572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body"/>
          </p:nvPr>
        </p:nvSpPr>
        <p:spPr>
          <a:xfrm>
            <a:off x="32400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3" name="PlaceHolder 6"/>
          <p:cNvSpPr>
            <a:spLocks noGrp="1"/>
          </p:cNvSpPr>
          <p:nvPr>
            <p:ph type="body"/>
          </p:nvPr>
        </p:nvSpPr>
        <p:spPr>
          <a:xfrm>
            <a:off x="220968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4" name="PlaceHolder 7"/>
          <p:cNvSpPr>
            <a:spLocks noGrp="1"/>
          </p:cNvSpPr>
          <p:nvPr>
            <p:ph type="body"/>
          </p:nvPr>
        </p:nvSpPr>
        <p:spPr>
          <a:xfrm>
            <a:off x="409572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6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E00064-B1EE-4FB6-84B0-5CC157FD44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754FE2-A9AC-45F8-868C-8E9AD040E9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5738A7-2939-4BB9-A291-E351728237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3F68F7-5DEF-4638-90EE-65C69E50D5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794C66-0C68-4677-B9CA-9F3278FAAC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5FD934-B7B0-455D-85CF-63AFAC502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8BB27B-E1A1-4E27-A246-EE793255A8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172667-6114-4AF5-AF2D-765E93D0B8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77FAE7-DD62-44F2-AEED-CF3C99FE2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DE8783-865E-4CAA-BB5B-F32FD1F808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Type="http://schemas.openxmlformats.org/officeDocument/2006/relationships/theme" Target="theme/theme2.xml" Id="Red1e9e468b9c45d0"/><Relationship Type="http://schemas.openxmlformats.org/officeDocument/2006/relationships/slideLayout" Target="../slideLayouts/slideLayout26.xml" Id="Ra587530d4d22477e"/><Relationship Type="http://schemas.openxmlformats.org/officeDocument/2006/relationships/slideLayout" Target="../slideLayouts/slideLayout27.xml" Id="R2293ca55311d4969"/><Relationship Type="http://schemas.openxmlformats.org/officeDocument/2006/relationships/slideLayout" Target="../slideLayouts/slideLayout28.xml" Id="Reea209748a90404a"/><Relationship Type="http://schemas.openxmlformats.org/officeDocument/2006/relationships/slideLayout" Target="../slideLayouts/slideLayout29.xml" Id="R420dd9eceb3e4ac5"/><Relationship Type="http://schemas.openxmlformats.org/officeDocument/2006/relationships/slideLayout" Target="../slideLayouts/slideLayout30.xml" Id="R667226f6f5cd478f"/><Relationship Type="http://schemas.openxmlformats.org/officeDocument/2006/relationships/slideLayout" Target="../slideLayouts/slideLayout25.xml" Id="R416b2d562a7146c1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1"/>
          <p:cNvGrpSpPr/>
          <p:nvPr/>
        </p:nvGrpSpPr>
        <p:grpSpPr>
          <a:xfrm>
            <a:off x="-377640" y="-384840"/>
            <a:ext cx="12418560" cy="7159320"/>
            <a:chOff x="-377640" y="-384840"/>
            <a:chExt cx="12418560" cy="7159320"/>
          </a:xfrm>
        </p:grpSpPr>
        <p:sp>
          <p:nvSpPr>
            <p:cNvPr id="2" name="Line 2"/>
            <p:cNvSpPr/>
            <p:nvPr/>
          </p:nvSpPr>
          <p:spPr>
            <a:xfrm flipH="1">
              <a:off x="3214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 flipH="1">
              <a:off x="1185876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-377640" y="342684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-377640" y="76248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-377640" y="63046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-377640" y="62370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-377640" y="67744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 flipH="1">
              <a:off x="60940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-377640" y="61920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-377640" y="202032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-377640" y="48312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 flipH="1">
              <a:off x="141840" y="-384840"/>
              <a:ext cx="72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 flipH="1">
              <a:off x="1203984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4360" y="152280"/>
            <a:ext cx="11897640" cy="612360"/>
            <a:chOff x="144360" y="152280"/>
            <a:chExt cx="11897640" cy="612360"/>
          </a:xfrm>
        </p:grpSpPr>
        <p:sp>
          <p:nvSpPr>
            <p:cNvPr id="16" name="CustomShape 16"/>
            <p:cNvSpPr/>
            <p:nvPr/>
          </p:nvSpPr>
          <p:spPr>
            <a:xfrm>
              <a:off x="144360" y="152280"/>
              <a:ext cx="11896200" cy="471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7" name="CustomShape 17"/>
            <p:cNvSpPr/>
            <p:nvPr/>
          </p:nvSpPr>
          <p:spPr>
            <a:xfrm>
              <a:off x="144360" y="597600"/>
              <a:ext cx="186120" cy="167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8" name="CustomShape 18"/>
            <p:cNvSpPr/>
            <p:nvPr/>
          </p:nvSpPr>
          <p:spPr>
            <a:xfrm>
              <a:off x="11855160" y="597600"/>
              <a:ext cx="186840" cy="167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" name="CustomShape 19"/>
          <p:cNvSpPr/>
          <p:nvPr/>
        </p:nvSpPr>
        <p:spPr>
          <a:xfrm>
            <a:off x="11536200" y="6300360"/>
            <a:ext cx="140760" cy="46800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800" b="0" strike="noStrike" spc="-1">
                <a:solidFill>
                  <a:srgbClr val="000000"/>
                </a:solidFill>
                <a:latin typeface="Arial" panose="020B0604020202020204"/>
              </a:rPr>
              <a:t>|</a:t>
            </a:r>
            <a:endParaRPr lang="en-US" sz="800" b="0" strike="noStrike" spc="-1">
              <a:latin typeface="Arial" panose="020B0604020202020204"/>
            </a:endParaRPr>
          </a:p>
        </p:txBody>
      </p:sp>
      <p:sp>
        <p:nvSpPr>
          <p:cNvPr id="20" name="CustomShape 20"/>
          <p:cNvSpPr/>
          <p:nvPr/>
        </p:nvSpPr>
        <p:spPr>
          <a:xfrm>
            <a:off x="10779120" y="6300360"/>
            <a:ext cx="140760" cy="46800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800" b="0" strike="noStrike" spc="-1">
                <a:solidFill>
                  <a:srgbClr val="000000"/>
                </a:solidFill>
                <a:latin typeface="Arial" panose="020B0604020202020204"/>
              </a:rPr>
              <a:t>|</a:t>
            </a:r>
            <a:endParaRPr lang="en-US" sz="800" b="0" strike="noStrike" spc="-1">
              <a:latin typeface="Arial" panose="020B0604020202020204"/>
            </a:endParaRPr>
          </a:p>
        </p:txBody>
      </p:sp>
      <p:sp>
        <p:nvSpPr>
          <p:cNvPr id="21" name="CustomShape 21"/>
          <p:cNvSpPr/>
          <p:nvPr/>
        </p:nvSpPr>
        <p:spPr>
          <a:xfrm>
            <a:off x="330840" y="203760"/>
            <a:ext cx="14817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Arial" panose="020B0604020202020204"/>
              </a:rPr>
              <a:t>DynamicX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22" name="图片 9"/>
          <p:cNvPicPr/>
          <p:nvPr/>
        </p:nvPicPr>
        <p:blipFill>
          <a:blip r:embed="rId14"/>
          <a:stretch>
            <a:fillRect/>
          </a:stretch>
        </p:blipFill>
        <p:spPr>
          <a:xfrm>
            <a:off x="317520" y="6380640"/>
            <a:ext cx="1347120" cy="315360"/>
          </a:xfrm>
          <a:prstGeom prst="rect">
            <a:avLst/>
          </a:prstGeom>
          <a:ln>
            <a:noFill/>
          </a:ln>
        </p:spPr>
      </p:pic>
      <p:pic>
        <p:nvPicPr>
          <p:cNvPr id="23" name="图片 10"/>
          <p:cNvPicPr/>
          <p:nvPr/>
        </p:nvPicPr>
        <p:blipFill>
          <a:blip r:embed="rId15"/>
          <a:stretch>
            <a:fillRect/>
          </a:stretch>
        </p:blipFill>
        <p:spPr>
          <a:xfrm>
            <a:off x="4310640" y="6359760"/>
            <a:ext cx="2180520" cy="363240"/>
          </a:xfrm>
          <a:prstGeom prst="rect">
            <a:avLst/>
          </a:prstGeom>
          <a:ln>
            <a:noFill/>
          </a:ln>
        </p:spPr>
      </p:pic>
      <p:pic>
        <p:nvPicPr>
          <p:cNvPr id="24" name="图片 12"/>
          <p:cNvPicPr/>
          <p:nvPr/>
        </p:nvPicPr>
        <p:blipFill>
          <a:blip r:embed="rId16"/>
          <a:stretch>
            <a:fillRect/>
          </a:stretch>
        </p:blipFill>
        <p:spPr>
          <a:xfrm>
            <a:off x="1812960" y="6447240"/>
            <a:ext cx="2307960" cy="191160"/>
          </a:xfrm>
          <a:prstGeom prst="rect">
            <a:avLst/>
          </a:prstGeom>
          <a:ln>
            <a:noFill/>
          </a:ln>
        </p:spPr>
      </p:pic>
      <p:pic>
        <p:nvPicPr>
          <p:cNvPr id="25" name="图片 35"/>
          <p:cNvPicPr/>
          <p:nvPr/>
        </p:nvPicPr>
        <p:blipFill>
          <a:blip r:embed="rId17"/>
          <a:stretch>
            <a:fillRect/>
          </a:stretch>
        </p:blipFill>
        <p:spPr>
          <a:xfrm>
            <a:off x="6628680" y="6380640"/>
            <a:ext cx="1856160" cy="309240"/>
          </a:xfrm>
          <a:prstGeom prst="rect">
            <a:avLst/>
          </a:prstGeom>
          <a:ln>
            <a:noFill/>
          </a:ln>
        </p:spPr>
      </p:pic>
      <p:pic>
        <p:nvPicPr>
          <p:cNvPr id="26" name="图片 37"/>
          <p:cNvPicPr/>
          <p:nvPr/>
        </p:nvPicPr>
        <p:blipFill>
          <a:blip r:embed="rId18"/>
          <a:stretch>
            <a:fillRect/>
          </a:stretch>
        </p:blipFill>
        <p:spPr>
          <a:xfrm>
            <a:off x="8494200" y="6462000"/>
            <a:ext cx="1284840" cy="213840"/>
          </a:xfrm>
          <a:prstGeom prst="rect">
            <a:avLst/>
          </a:prstGeom>
          <a:ln>
            <a:noFill/>
          </a:ln>
        </p:spPr>
      </p:pic>
      <p:sp>
        <p:nvSpPr>
          <p:cNvPr id="27" name="PlaceHolder 22"/>
          <p:cNvSpPr>
            <a:spLocks noGrp="1"/>
          </p:cNvSpPr>
          <p:nvPr>
            <p:ph type="title"/>
          </p:nvPr>
        </p:nvSpPr>
        <p:spPr>
          <a:xfrm>
            <a:off x="324000" y="4823280"/>
            <a:ext cx="11537640" cy="1013760"/>
          </a:xfrm>
          <a:prstGeom prst="rect">
            <a:avLst/>
          </a:prstGeom>
        </p:spPr>
        <p:txBody>
          <a:bodyPr lIns="144000" tIns="108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800" b="1" strike="noStrike" spc="-1">
                <a:solidFill>
                  <a:srgbClr val="FFFFFF"/>
                </a:solidFill>
                <a:latin typeface="Arial" panose="020B0604020202020204"/>
              </a:rPr>
              <a:t>Add title</a:t>
            </a:r>
            <a:endParaRPr lang="de-DE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" name="PlaceHolder 23"/>
          <p:cNvSpPr>
            <a:spLocks noGrp="1"/>
          </p:cNvSpPr>
          <p:nvPr>
            <p:ph type="dt"/>
          </p:nvPr>
        </p:nvSpPr>
        <p:spPr>
          <a:xfrm>
            <a:off x="10916640" y="6308640"/>
            <a:ext cx="611640" cy="46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29" name="PlaceHolder 24"/>
          <p:cNvSpPr>
            <a:spLocks noGrp="1"/>
          </p:cNvSpPr>
          <p:nvPr>
            <p:ph type="ftr"/>
          </p:nvPr>
        </p:nvSpPr>
        <p:spPr>
          <a:xfrm>
            <a:off x="9997560" y="6308640"/>
            <a:ext cx="728640" cy="459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30" name="PlaceHolder 25"/>
          <p:cNvSpPr>
            <a:spLocks noGrp="1"/>
          </p:cNvSpPr>
          <p:nvPr>
            <p:ph type="sldNum"/>
          </p:nvPr>
        </p:nvSpPr>
        <p:spPr>
          <a:xfrm>
            <a:off x="11624760" y="6308640"/>
            <a:ext cx="354960" cy="46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31" name="PlaceHolder 26"/>
          <p:cNvSpPr>
            <a:spLocks noGrp="1"/>
          </p:cNvSpPr>
          <p:nvPr>
            <p:ph type="body"/>
          </p:nvPr>
        </p:nvSpPr>
        <p:spPr>
          <a:xfrm>
            <a:off x="324000" y="619200"/>
            <a:ext cx="11537640" cy="420408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Add a picture by dragging it onto the icon or by clicking on the icon</a:t>
            </a:r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1"/>
          <p:cNvGrpSpPr/>
          <p:nvPr/>
        </p:nvGrpSpPr>
        <p:grpSpPr>
          <a:xfrm>
            <a:off x="-377640" y="-384840"/>
            <a:ext cx="12418560" cy="7159320"/>
            <a:chOff x="-377640" y="-384840"/>
            <a:chExt cx="12418560" cy="7159320"/>
          </a:xfrm>
        </p:grpSpPr>
        <p:sp>
          <p:nvSpPr>
            <p:cNvPr id="68" name="Line 2"/>
            <p:cNvSpPr/>
            <p:nvPr/>
          </p:nvSpPr>
          <p:spPr>
            <a:xfrm flipH="1">
              <a:off x="3214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3"/>
            <p:cNvSpPr/>
            <p:nvPr/>
          </p:nvSpPr>
          <p:spPr>
            <a:xfrm flipH="1">
              <a:off x="1185876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4"/>
            <p:cNvSpPr/>
            <p:nvPr/>
          </p:nvSpPr>
          <p:spPr>
            <a:xfrm>
              <a:off x="-377640" y="342684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5"/>
            <p:cNvSpPr/>
            <p:nvPr/>
          </p:nvSpPr>
          <p:spPr>
            <a:xfrm>
              <a:off x="-377640" y="76248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6"/>
            <p:cNvSpPr/>
            <p:nvPr/>
          </p:nvSpPr>
          <p:spPr>
            <a:xfrm>
              <a:off x="-377640" y="63046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7"/>
            <p:cNvSpPr/>
            <p:nvPr/>
          </p:nvSpPr>
          <p:spPr>
            <a:xfrm>
              <a:off x="-377640" y="62370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8"/>
            <p:cNvSpPr/>
            <p:nvPr/>
          </p:nvSpPr>
          <p:spPr>
            <a:xfrm>
              <a:off x="-377640" y="67744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9"/>
            <p:cNvSpPr/>
            <p:nvPr/>
          </p:nvSpPr>
          <p:spPr>
            <a:xfrm flipH="1">
              <a:off x="60940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10"/>
            <p:cNvSpPr/>
            <p:nvPr/>
          </p:nvSpPr>
          <p:spPr>
            <a:xfrm>
              <a:off x="-377640" y="61920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11"/>
            <p:cNvSpPr/>
            <p:nvPr/>
          </p:nvSpPr>
          <p:spPr>
            <a:xfrm>
              <a:off x="-377640" y="202032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12"/>
            <p:cNvSpPr/>
            <p:nvPr/>
          </p:nvSpPr>
          <p:spPr>
            <a:xfrm>
              <a:off x="-377640" y="48312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13"/>
            <p:cNvSpPr/>
            <p:nvPr/>
          </p:nvSpPr>
          <p:spPr>
            <a:xfrm flipH="1">
              <a:off x="141840" y="-384840"/>
              <a:ext cx="72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14"/>
            <p:cNvSpPr/>
            <p:nvPr/>
          </p:nvSpPr>
          <p:spPr>
            <a:xfrm flipH="1">
              <a:off x="1203984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1" name="Group 15"/>
          <p:cNvGrpSpPr/>
          <p:nvPr/>
        </p:nvGrpSpPr>
        <p:grpSpPr>
          <a:xfrm>
            <a:off x="144360" y="152280"/>
            <a:ext cx="11897640" cy="612360"/>
            <a:chOff x="144360" y="152280"/>
            <a:chExt cx="11897640" cy="612360"/>
          </a:xfrm>
        </p:grpSpPr>
        <p:sp>
          <p:nvSpPr>
            <p:cNvPr id="82" name="CustomShape 16"/>
            <p:cNvSpPr/>
            <p:nvPr/>
          </p:nvSpPr>
          <p:spPr>
            <a:xfrm>
              <a:off x="144360" y="152280"/>
              <a:ext cx="11896200" cy="471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3" name="CustomShape 17"/>
            <p:cNvSpPr/>
            <p:nvPr/>
          </p:nvSpPr>
          <p:spPr>
            <a:xfrm>
              <a:off x="144360" y="597600"/>
              <a:ext cx="186120" cy="167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4" name="CustomShape 18"/>
            <p:cNvSpPr/>
            <p:nvPr/>
          </p:nvSpPr>
          <p:spPr>
            <a:xfrm>
              <a:off x="11855160" y="597600"/>
              <a:ext cx="186840" cy="167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" name="CustomShape 19"/>
          <p:cNvSpPr/>
          <p:nvPr/>
        </p:nvSpPr>
        <p:spPr>
          <a:xfrm>
            <a:off x="11536200" y="6300360"/>
            <a:ext cx="140760" cy="46800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800" b="0" strike="noStrike" spc="-1">
                <a:solidFill>
                  <a:srgbClr val="000000"/>
                </a:solidFill>
                <a:latin typeface="Arial" panose="020B0604020202020204"/>
              </a:rPr>
              <a:t>|</a:t>
            </a:r>
            <a:endParaRPr lang="en-US" sz="800" b="0" strike="noStrike" spc="-1">
              <a:latin typeface="Arial" panose="020B0604020202020204"/>
            </a:endParaRPr>
          </a:p>
        </p:txBody>
      </p:sp>
      <p:sp>
        <p:nvSpPr>
          <p:cNvPr id="86" name="CustomShape 20"/>
          <p:cNvSpPr/>
          <p:nvPr/>
        </p:nvSpPr>
        <p:spPr>
          <a:xfrm>
            <a:off x="10779120" y="6300360"/>
            <a:ext cx="140760" cy="46800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800" b="0" strike="noStrike" spc="-1">
                <a:solidFill>
                  <a:srgbClr val="000000"/>
                </a:solidFill>
                <a:latin typeface="Arial" panose="020B0604020202020204"/>
              </a:rPr>
              <a:t>|</a:t>
            </a:r>
            <a:endParaRPr lang="en-US" sz="800" b="0" strike="noStrike" spc="-1">
              <a:latin typeface="Arial" panose="020B0604020202020204"/>
            </a:endParaRPr>
          </a:p>
        </p:txBody>
      </p:sp>
      <p:sp>
        <p:nvSpPr>
          <p:cNvPr id="87" name="CustomShape 21"/>
          <p:cNvSpPr/>
          <p:nvPr/>
        </p:nvSpPr>
        <p:spPr>
          <a:xfrm>
            <a:off x="330840" y="203760"/>
            <a:ext cx="14817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Arial" panose="020B0604020202020204"/>
              </a:rPr>
              <a:t>DynamicX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88" name="图片 9"/>
          <p:cNvPicPr/>
          <p:nvPr/>
        </p:nvPicPr>
        <p:blipFill>
          <a:blip r:embed="rId14"/>
          <a:stretch>
            <a:fillRect/>
          </a:stretch>
        </p:blipFill>
        <p:spPr>
          <a:xfrm>
            <a:off x="317520" y="6380640"/>
            <a:ext cx="1347120" cy="315360"/>
          </a:xfrm>
          <a:prstGeom prst="rect">
            <a:avLst/>
          </a:prstGeom>
          <a:ln>
            <a:noFill/>
          </a:ln>
        </p:spPr>
      </p:pic>
      <p:pic>
        <p:nvPicPr>
          <p:cNvPr id="89" name="图片 10"/>
          <p:cNvPicPr/>
          <p:nvPr/>
        </p:nvPicPr>
        <p:blipFill>
          <a:blip r:embed="rId15"/>
          <a:stretch>
            <a:fillRect/>
          </a:stretch>
        </p:blipFill>
        <p:spPr>
          <a:xfrm>
            <a:off x="4310640" y="6359760"/>
            <a:ext cx="2180520" cy="363240"/>
          </a:xfrm>
          <a:prstGeom prst="rect">
            <a:avLst/>
          </a:prstGeom>
          <a:ln>
            <a:noFill/>
          </a:ln>
        </p:spPr>
      </p:pic>
      <p:pic>
        <p:nvPicPr>
          <p:cNvPr id="90" name="图片 12"/>
          <p:cNvPicPr/>
          <p:nvPr/>
        </p:nvPicPr>
        <p:blipFill>
          <a:blip r:embed="rId16"/>
          <a:stretch>
            <a:fillRect/>
          </a:stretch>
        </p:blipFill>
        <p:spPr>
          <a:xfrm>
            <a:off x="1812960" y="6447240"/>
            <a:ext cx="2307960" cy="191160"/>
          </a:xfrm>
          <a:prstGeom prst="rect">
            <a:avLst/>
          </a:prstGeom>
          <a:ln>
            <a:noFill/>
          </a:ln>
        </p:spPr>
      </p:pic>
      <p:pic>
        <p:nvPicPr>
          <p:cNvPr id="91" name="图片 35"/>
          <p:cNvPicPr/>
          <p:nvPr/>
        </p:nvPicPr>
        <p:blipFill>
          <a:blip r:embed="rId17"/>
          <a:stretch>
            <a:fillRect/>
          </a:stretch>
        </p:blipFill>
        <p:spPr>
          <a:xfrm>
            <a:off x="6628680" y="6380640"/>
            <a:ext cx="1856160" cy="309240"/>
          </a:xfrm>
          <a:prstGeom prst="rect">
            <a:avLst/>
          </a:prstGeom>
          <a:ln>
            <a:noFill/>
          </a:ln>
        </p:spPr>
      </p:pic>
      <p:pic>
        <p:nvPicPr>
          <p:cNvPr id="92" name="图片 37"/>
          <p:cNvPicPr/>
          <p:nvPr/>
        </p:nvPicPr>
        <p:blipFill>
          <a:blip r:embed="rId18"/>
          <a:stretch>
            <a:fillRect/>
          </a:stretch>
        </p:blipFill>
        <p:spPr>
          <a:xfrm>
            <a:off x="8494200" y="6462000"/>
            <a:ext cx="1284840" cy="213840"/>
          </a:xfrm>
          <a:prstGeom prst="rect">
            <a:avLst/>
          </a:prstGeom>
          <a:ln>
            <a:noFill/>
          </a:ln>
        </p:spPr>
      </p:pic>
      <p:sp>
        <p:nvSpPr>
          <p:cNvPr id="93" name="PlaceHolder 22"/>
          <p:cNvSpPr>
            <a:spLocks noGrp="1"/>
          </p:cNvSpPr>
          <p:nvPr>
            <p:ph type="body"/>
          </p:nvPr>
        </p:nvSpPr>
        <p:spPr>
          <a:xfrm>
            <a:off x="324000" y="2023920"/>
            <a:ext cx="5577120" cy="4212720"/>
          </a:xfrm>
          <a:prstGeom prst="rect">
            <a:avLst/>
          </a:prstGeom>
        </p:spPr>
        <p:txBody>
          <a:bodyPr lIns="140400" tIns="0" rIns="0" bIns="0" anchor="ctr">
            <a:noAutofit/>
          </a:bodyPr>
          <a:lstStyle/>
          <a:p>
            <a:pPr marL="361950" indent="-361315">
              <a:lnSpc>
                <a:spcPct val="100000"/>
              </a:lnSpc>
              <a:spcBef>
                <a:spcPts val="5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First level</a:t>
            </a:r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7380" lvl="1" indent="-264795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20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Second level</a:t>
            </a:r>
            <a:endParaRPr lang="de-DE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94080" lvl="2" indent="-266700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18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Third level</a:t>
            </a:r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78230" lvl="3" indent="-177165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16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Fourth level</a:t>
            </a:r>
            <a:endParaRPr lang="de-DE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4" name="PlaceHolder 23"/>
          <p:cNvSpPr>
            <a:spLocks noGrp="1"/>
          </p:cNvSpPr>
          <p:nvPr>
            <p:ph type="dt"/>
          </p:nvPr>
        </p:nvSpPr>
        <p:spPr>
          <a:xfrm>
            <a:off x="10916640" y="6308640"/>
            <a:ext cx="611640" cy="46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95" name="PlaceHolder 24"/>
          <p:cNvSpPr>
            <a:spLocks noGrp="1"/>
          </p:cNvSpPr>
          <p:nvPr>
            <p:ph type="ftr"/>
          </p:nvPr>
        </p:nvSpPr>
        <p:spPr>
          <a:xfrm>
            <a:off x="9997560" y="6308640"/>
            <a:ext cx="728640" cy="459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96" name="PlaceHolder 25"/>
          <p:cNvSpPr>
            <a:spLocks noGrp="1"/>
          </p:cNvSpPr>
          <p:nvPr>
            <p:ph type="sldNum"/>
          </p:nvPr>
        </p:nvSpPr>
        <p:spPr>
          <a:xfrm>
            <a:off x="11624760" y="6308640"/>
            <a:ext cx="354960" cy="46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97" name="PlaceHolder 26"/>
          <p:cNvSpPr>
            <a:spLocks noGrp="1"/>
          </p:cNvSpPr>
          <p:nvPr>
            <p:ph type="body"/>
          </p:nvPr>
        </p:nvSpPr>
        <p:spPr>
          <a:xfrm>
            <a:off x="6283800" y="2023920"/>
            <a:ext cx="5577120" cy="4212720"/>
          </a:xfrm>
          <a:prstGeom prst="rect">
            <a:avLst/>
          </a:prstGeom>
        </p:spPr>
        <p:txBody>
          <a:bodyPr lIns="140400" tIns="0" rIns="0" bIns="0" anchor="ctr">
            <a:noAutofit/>
          </a:bodyPr>
          <a:lstStyle/>
          <a:p>
            <a:pPr marL="361950" indent="-361315">
              <a:lnSpc>
                <a:spcPct val="100000"/>
              </a:lnSpc>
              <a:spcBef>
                <a:spcPts val="5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First level</a:t>
            </a:r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7380" lvl="1" indent="-264795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20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Second level</a:t>
            </a:r>
            <a:endParaRPr lang="de-DE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94080" lvl="2" indent="-266700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18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Third level</a:t>
            </a:r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78230" lvl="3" indent="-177165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16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Fourth level</a:t>
            </a:r>
            <a:endParaRPr lang="de-DE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8" name="PlaceHolder 27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144000" tIns="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800" b="1" strike="noStrike" spc="-1">
                <a:solidFill>
                  <a:srgbClr val="000000"/>
                </a:solidFill>
                <a:latin typeface="Arial" panose="020B0604020202020204"/>
              </a:rPr>
              <a:t>Add title</a:t>
            </a:r>
            <a:endParaRPr lang="de-DE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87530d4d22477e"/>
    <p:sldLayoutId xmlns:r="http://schemas.openxmlformats.org/officeDocument/2006/relationships" id="2147483650" r:id="R2293ca55311d4969"/>
    <p:sldLayoutId xmlns:r="http://schemas.openxmlformats.org/officeDocument/2006/relationships" id="2147483651" r:id="Reea209748a90404a"/>
    <p:sldLayoutId xmlns:r="http://schemas.openxmlformats.org/officeDocument/2006/relationships" id="2147483652" r:id="R420dd9eceb3e4ac5"/>
    <p:sldLayoutId xmlns:r="http://schemas.openxmlformats.org/officeDocument/2006/relationships" id="2147483653" r:id="R667226f6f5cd478f"/>
    <p:sldLayoutId xmlns:r="http://schemas.openxmlformats.org/officeDocument/2006/relationships" id="2147483654" r:id="R416b2d562a7146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cover-wide-background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2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5.xml" 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5.xml" Id="Ra381c22b24a845fc"/><Relationship Type="http://schemas.openxmlformats.org/officeDocument/2006/relationships/image" Target="../media/image.png" Id="Rae39f4cca2864245"/><Relationship Type="http://schemas.openxmlformats.org/officeDocument/2006/relationships/image" Target="../media/image.svg" Id="R5a9c6b7b66af450d"/><Relationship Type="http://schemas.openxmlformats.org/officeDocument/2006/relationships/image" Target="../media/image6.png" Id="R922214a4d38244f3"/><Relationship Type="http://schemas.openxmlformats.org/officeDocument/2006/relationships/image" Target="../media/image2.svg" Id="R8d381c5e7c0c4e02"/><Relationship Type="http://schemas.openxmlformats.org/officeDocument/2006/relationships/image" Target="../media/image13.png" Id="R879e86d8eb764e0b"/><Relationship Type="http://schemas.openxmlformats.org/officeDocument/2006/relationships/image" Target="../media/image3.svg" Id="R40584c9e1a69495c"/><Relationship Type="http://schemas.openxmlformats.org/officeDocument/2006/relationships/notesSlide" Target="../notesSlides/notesSlide6.xml" Id="Rbc4cd19ce7044846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5.xml" Id="R953de6133e534c74"/><Relationship Type="http://schemas.openxmlformats.org/officeDocument/2006/relationships/image" Target="../media/image14.png" Id="R7b67151b992a4c44"/><Relationship Type="http://schemas.openxmlformats.org/officeDocument/2006/relationships/image" Target="../media/image4.svg" Id="R12902c0aabeb42ec"/><Relationship Type="http://schemas.openxmlformats.org/officeDocument/2006/relationships/image" Target="../media/image15.png" Id="R6bbb861c6dfd4199"/><Relationship Type="http://schemas.openxmlformats.org/officeDocument/2006/relationships/image" Target="../media/image5.svg" Id="R60d4945cfdde403d"/><Relationship Type="http://schemas.openxmlformats.org/officeDocument/2006/relationships/image" Target="../media/image16.png" Id="Rc20a48df04e74878"/><Relationship Type="http://schemas.openxmlformats.org/officeDocument/2006/relationships/image" Target="../media/image6.svg" Id="Rfa8e51a8b0724ddb"/><Relationship Type="http://schemas.openxmlformats.org/officeDocument/2006/relationships/notesSlide" Target="../notesSlides/notesSlide7.xml" Id="Rec2e5d52a3d548b8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5.xml" Id="Rb73d905298e649bf"/><Relationship Type="http://schemas.openxmlformats.org/officeDocument/2006/relationships/image" Target="../media/image17.png" Id="R150d47e7320a47f0"/><Relationship Type="http://schemas.openxmlformats.org/officeDocument/2006/relationships/image" Target="../media/image7.svg" Id="R57b2c0f4b4364eb4"/><Relationship Type="http://schemas.openxmlformats.org/officeDocument/2006/relationships/image" Target="../media/image18.png" Id="R7298069d7bb642f7"/><Relationship Type="http://schemas.openxmlformats.org/officeDocument/2006/relationships/image" Target="../media/image8.svg" Id="Rb545dab116044758"/><Relationship Type="http://schemas.openxmlformats.org/officeDocument/2006/relationships/notesSlide" Target="../notesSlides/notesSlide8.xml" Id="R36f4ff8f3cd04816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ustomShape 1"/>
          <p:cNvSpPr/>
          <p:nvPr/>
        </p:nvSpPr>
        <p:spPr>
          <a:xfrm>
            <a:off x="324000" y="5138640"/>
            <a:ext cx="11537640" cy="1013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142" name="CustomShape 2"/>
          <p:cNvSpPr/>
          <p:nvPr/>
        </p:nvSpPr>
        <p:spPr>
          <a:xfrm>
            <a:off x="324000" y="4825440"/>
            <a:ext cx="11537640" cy="1013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143" name="TextShape 3"/>
          <p:cNvSpPr txBox="1"/>
          <p:nvPr/>
        </p:nvSpPr>
        <p:spPr>
          <a:xfrm>
            <a:off x="9997560" y="6308640"/>
            <a:ext cx="728640" cy="459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800" b="0" strike="noStrike" spc="-1">
                <a:solidFill>
                  <a:srgbClr val="000000"/>
                </a:solidFill>
                <a:latin typeface="Arial" panose="020B0604020202020204"/>
              </a:rPr>
              <a:t>D</a:t>
            </a:r>
            <a:r>
              <a:rPr lang="en-US" sz="800" b="0" strike="noStrike" spc="-1">
                <a:solidFill>
                  <a:srgbClr val="000000"/>
                </a:solidFill>
                <a:latin typeface="Arial" panose="020B0604020202020204"/>
              </a:rPr>
              <a:t>ynamicX</a:t>
            </a:r>
            <a:endParaRPr lang="en-US" sz="800" b="0" strike="noStrike" spc="-1">
              <a:latin typeface="Times New Roman" panose="02020603050405020304"/>
            </a:endParaRPr>
          </a:p>
        </p:txBody>
      </p:sp>
      <p:sp>
        <p:nvSpPr>
          <p:cNvPr id="144" name="TextShape 4"/>
          <p:cNvSpPr txBox="1"/>
          <p:nvPr/>
        </p:nvSpPr>
        <p:spPr>
          <a:xfrm>
            <a:off x="11624760" y="6308640"/>
            <a:ext cx="354960" cy="46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145" name="TextShape 5"/>
          <p:cNvSpPr txBox="1"/>
          <p:nvPr/>
        </p:nvSpPr>
        <p:spPr>
          <a:xfrm>
            <a:off x="324000" y="4823280"/>
            <a:ext cx="11537640" cy="1013760"/>
          </a:xfrm>
          <a:prstGeom prst="rect">
            <a:avLst/>
          </a:prstGeom>
          <a:solidFill>
            <a:srgbClr val="1269B0"/>
          </a:solidFill>
          <a:ln>
            <a:noFill/>
          </a:ln>
        </p:spPr>
        <p:txBody>
          <a:bodyPr lIns="144000" tIns="108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800" b="1" strike="noStrike" spc="-1" dirty="0">
                <a:solidFill>
                  <a:srgbClr val="FFFFFF"/>
                </a:solidFill>
                <a:latin typeface="Arial" panose="020B0604020202020204"/>
              </a:rPr>
              <a:t>广东工业大学</a:t>
            </a:r>
            <a:r>
              <a:rPr lang="en-US" sz="2800" b="1" strike="noStrike" spc="-1" dirty="0" err="1">
                <a:solidFill>
                  <a:srgbClr val="FFFFFF"/>
                </a:solidFill>
                <a:latin typeface="Arial" panose="020B0604020202020204"/>
              </a:rPr>
              <a:t>DynamicX</a:t>
            </a:r>
            <a:r>
              <a:rPr lang="zh-CN" sz="2800" b="1" strike="noStrike" spc="-1" dirty="0">
                <a:solidFill>
                  <a:srgbClr val="FFFFFF"/>
                </a:solidFill>
                <a:latin typeface="Arial" panose="020B0604020202020204"/>
              </a:rPr>
              <a:t>机器人队通</a:t>
            </a:r>
            <a:r>
              <a:rPr lang="zh-CN" sz="2800" b="1" strike="noStrike" spc="-1">
                <a:solidFill>
                  <a:srgbClr val="FFFFFF"/>
                </a:solidFill>
                <a:latin typeface="Arial" panose="020B0604020202020204"/>
              </a:rPr>
              <a:t>识第</a:t>
            </a:r>
            <a:r>
              <a:rPr lang="zh-CN" altLang="en-US" sz="2800" b="1" strike="noStrike" spc="-1">
                <a:solidFill>
                  <a:srgbClr val="FFFFFF"/>
                </a:solidFill>
                <a:latin typeface="Arial" panose="020B0604020202020204"/>
              </a:rPr>
              <a:t>二</a:t>
            </a:r>
            <a:r>
              <a:rPr lang="zh-CN" sz="2800" b="1" strike="noStrike" spc="-1">
                <a:solidFill>
                  <a:srgbClr val="FFFFFF"/>
                </a:solidFill>
                <a:latin typeface="Arial" panose="020B0604020202020204"/>
              </a:rPr>
              <a:t>课</a:t>
            </a:r>
            <a:br>
              <a:rPr lang="zh-CN" sz="2800" b="1" strike="noStrike" spc="-1" dirty="0">
                <a:solidFill>
                  <a:srgbClr val="FFFFFF"/>
                </a:solidFill>
                <a:latin typeface="Arial" panose="020B0604020202020204"/>
              </a:rPr>
            </a:br>
            <a:r>
              <a:rPr lang="en-US" sz="2400" b="1" strike="noStrike" spc="-1" dirty="0" err="1">
                <a:solidFill>
                  <a:srgbClr val="FFFFFF"/>
                </a:solidFill>
                <a:latin typeface="Arial" panose="020B0604020202020204"/>
              </a:rPr>
              <a:t>cmake</a:t>
            </a:r>
            <a:r>
              <a:rPr lang="zh-CN" sz="2400" b="1" strike="noStrike" spc="-1" dirty="0">
                <a:solidFill>
                  <a:srgbClr val="FFFFFF"/>
                </a:solidFill>
                <a:latin typeface="Arial" panose="020B0604020202020204"/>
              </a:rPr>
              <a:t>与</a:t>
            </a:r>
            <a:r>
              <a:rPr lang="en-US" sz="2400" b="1" strike="noStrike" spc="-1" dirty="0">
                <a:solidFill>
                  <a:srgbClr val="FFFFFF"/>
                </a:solidFill>
                <a:latin typeface="Arial" panose="020B0604020202020204"/>
              </a:rPr>
              <a:t>catkin  </a:t>
            </a:r>
            <a:r>
              <a:rPr lang="zh-CN" altLang="en-US" sz="2400" b="1" strike="noStrike" spc="-1" dirty="0">
                <a:solidFill>
                  <a:srgbClr val="FFFFFF"/>
                </a:solidFill>
                <a:latin typeface="Arial" panose="020B0604020202020204"/>
              </a:rPr>
              <a:t>大模型使用入门</a:t>
            </a:r>
            <a:endParaRPr lang="en-US" sz="2400" b="1" strike="noStrike" spc="-1" dirty="0">
              <a:solidFill>
                <a:srgbClr val="FFFFFF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de-DE" sz="2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6" name="TextShape 6"/>
          <p:cNvSpPr txBox="1"/>
          <p:nvPr/>
        </p:nvSpPr>
        <p:spPr>
          <a:xfrm>
            <a:off x="324000" y="5809680"/>
            <a:ext cx="11537640" cy="427320"/>
          </a:xfrm>
          <a:prstGeom prst="rect">
            <a:avLst/>
          </a:prstGeom>
          <a:solidFill>
            <a:srgbClr val="1269B0"/>
          </a:solidFill>
          <a:ln>
            <a:noFill/>
          </a:ln>
        </p:spPr>
        <p:txBody>
          <a:bodyPr lIns="144000" tIns="0" rIns="144000" bIns="108000" anchor="b">
            <a:no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FFFFFF"/>
                </a:solidFill>
                <a:latin typeface="Arial" panose="020B0604020202020204"/>
              </a:rPr>
              <a:t>  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147" name="TextShape 7"/>
          <p:cNvSpPr txBox="1"/>
          <p:nvPr/>
        </p:nvSpPr>
        <p:spPr>
          <a:xfrm>
            <a:off x="10916640" y="6308640"/>
            <a:ext cx="611640" cy="46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pic xmlns:a="http://schemas.openxmlformats.org/drawingml/2006/main" xmlns:ns2="http://schemas.microsoft.com/office/drawing/2014/main" xmlns:p="http://schemas.openxmlformats.org/presentationml/2006/main" xmlns:r="http://schemas.openxmlformats.org/officeDocument/2006/relationships">
        <p:nvPicPr>
          <p:cNvPr id="148" name="图片占位符 15">
            <a:extLst>
              <a:ext uri="{FF2B5EF4-FFF2-40B4-BE49-F238E27FC236}">
                <ns2:creationId id="{5724A344-7635-40CC-BBC1-AF5EE29662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00" t="6000" r="6500" b="7000"/>
          <a:stretch>
            <a:fillRect l="0" t="0" r="0" b="0"/>
          </a:stretch>
        </p:blipFill>
        <p:spPr>
          <a:xfrm>
            <a:off x="324000" y="619200"/>
            <a:ext cx="11537640" cy="4204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 name="单个文件编译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title">
            <a:extLst>
              <a:ext uri="{FF2B5EF4-FFF2-40B4-BE49-F238E27FC236}">
                <ns2:creationId id="{2CD04708-207B-4E38-8821-A7C43912BDBD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112395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单个文件编译</a:t>
            </a:r>
          </a:p>
        </p:txBody>
      </p:sp>
      <p:sp>
        <p:nvSpPr>
          <p:cNvPr id="2" name="body-1">
            <a:extLst>
              <a:ext uri="{FF2B5EF4-FFF2-40B4-BE49-F238E27FC236}">
                <ns2:creationId id="{9A8B0732-21D8-4EDD-9F73-9570F6AEA1A9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50958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7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main.cpp</a:t>
            </a:r>
          </a:p>
        </p:txBody>
      </p:sp>
      <p:sp>
        <p:nvSpPr>
          <p:cNvPr id="3" name="body-2">
            <a:extLst>
              <a:ext uri="{FF2B5EF4-FFF2-40B4-BE49-F238E27FC236}">
                <ns2:creationId id="{143E6E8F-DC26-4D5F-BCAC-73590A8427A1}"/>
              </a:ext>
            </a:extLst>
          </p:cNvPr>
          <p:cNvSpPr>
            <a:spLocks noGrp="1"/>
          </p:cNvSpPr>
          <p:nvPr/>
        </p:nvSpPr>
        <p:spPr>
          <a:xfrm>
            <a:off x="590550" y="2282190"/>
            <a:ext cx="5524500" cy="297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#include &lt;iostream&gt;</a:t>
            </a:r>
          </a:p>
          <a:p>
            <a:r>
              <a:t/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int add(int a, int b) {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return a + b;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}</a:t>
            </a:r>
          </a:p>
          <a:p>
            <a:r>
              <a:t/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int main() {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std::cout &lt;&lt; add(1, 2) &lt;&lt; std::endl;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return 0;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}</a:t>
            </a:r>
          </a:p>
        </p:txBody>
      </p:sp>
      <p:sp>
        <p:nvSpPr>
          <p:cNvPr id="4" name="body-3">
            <a:extLst>
              <a:ext uri="{FF2B5EF4-FFF2-40B4-BE49-F238E27FC236}">
                <ns2:creationId id="{3D4C0912-3E46-4C81-B0DF-6FF95E847623}"/>
              </a:ext>
            </a:extLst>
          </p:cNvPr>
          <p:cNvSpPr>
            <a:spLocks noGrp="1"/>
          </p:cNvSpPr>
          <p:nvPr/>
        </p:nvSpPr>
        <p:spPr>
          <a:xfrm>
            <a:off x="6286500" y="1885950"/>
            <a:ext cx="52863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7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编译并链接，生成可执行文件</a:t>
            </a:r>
          </a:p>
        </p:txBody>
      </p:sp>
      <p:sp>
        <p:nvSpPr>
          <p:cNvPr id="5" name="body-4">
            <a:extLst>
              <a:ext uri="{FF2B5EF4-FFF2-40B4-BE49-F238E27FC236}">
                <ns2:creationId id="{5468D06D-B916-4EF0-A940-BB4EDA7009EB}"/>
              </a:ext>
            </a:extLst>
          </p:cNvPr>
          <p:cNvSpPr>
            <a:spLocks noGrp="1"/>
          </p:cNvSpPr>
          <p:nvPr/>
        </p:nvSpPr>
        <p:spPr>
          <a:xfrm>
            <a:off x="6286500" y="2343150"/>
            <a:ext cx="5286375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83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g++ main.cpp -o demo</a:t>
            </a:r>
          </a:p>
          <a:p>
            <a:pPr algn="l">
              <a:lnSpc>
                <a:spcPct val="100000"/>
              </a:lnSpc>
              <a:buNone/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83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./demo</a:t>
            </a:r>
          </a:p>
        </p:txBody>
      </p:sp>
      <p:sp>
        <p:nvSpPr>
          <p:cNvPr id="6" name="body-5">
            <a:extLst>
              <a:ext uri="{FF2B5EF4-FFF2-40B4-BE49-F238E27FC236}">
                <ns2:creationId id="{01CA292F-0BA2-45AF-9838-AE0272967DEB}"/>
              </a:ext>
            </a:extLst>
          </p:cNvPr>
          <p:cNvSpPr>
            <a:spLocks noGrp="1"/>
          </p:cNvSpPr>
          <p:nvPr/>
        </p:nvSpPr>
        <p:spPr>
          <a:xfrm>
            <a:off x="6286500" y="3448050"/>
            <a:ext cx="52863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7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分开执行编译与链接</a:t>
            </a:r>
          </a:p>
        </p:txBody>
      </p:sp>
      <p:sp>
        <p:nvSpPr>
          <p:cNvPr id="7" name="body-6">
            <a:extLst>
              <a:ext uri="{FF2B5EF4-FFF2-40B4-BE49-F238E27FC236}">
                <ns2:creationId id="{2C9369E1-AA99-4636-BA5C-28E703041359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5286375" cy="9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83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g++ -c main.cpp -o main.o</a:t>
            </a:r>
          </a:p>
          <a:p>
            <a:pPr algn="l">
              <a:lnSpc>
                <a:spcPct val="100000"/>
              </a:lnSpc>
              <a:buNone/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83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g++ main.o -o demo</a:t>
            </a:r>
          </a:p>
          <a:p>
            <a:pPr algn="l">
              <a:lnSpc>
                <a:spcPct val="100000"/>
              </a:lnSpc>
              <a:buNone/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83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./demo</a:t>
            </a:r>
          </a:p>
        </p:txBody>
      </p:sp>
      <p:sp>
        <p:nvSpPr>
          <p:cNvPr id="8" name="body-7">
            <a:extLst>
              <a:ext uri="{FF2B5EF4-FFF2-40B4-BE49-F238E27FC236}">
                <ns2:creationId id="{CE5BF333-9635-4469-8384-9FCA93EB274C}"/>
              </a:ext>
            </a:extLst>
          </p:cNvPr>
          <p:cNvSpPr>
            <a:spLocks noGrp="1"/>
          </p:cNvSpPr>
          <p:nvPr/>
        </p:nvSpPr>
        <p:spPr>
          <a:xfrm>
            <a:off x="590550" y="5566410"/>
            <a:ext cx="109918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0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main.cpp 编译得到 main.o，链接后得到 demo。</a:t>
            </a:r>
          </a:p>
        </p:txBody>
      </p:sp>
    </p:spTree>
    <p:extLst>
      <p:ext uri="{BB962C8B-B14F-4D97-AF65-F5344CB8AC3E}">
        <ns3:creationId val="1350775458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 name="多个文件编译：Make 和 Makefi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title">
            <a:extLst>
              <a:ext uri="{FF2B5EF4-FFF2-40B4-BE49-F238E27FC236}">
                <ns2:creationId id="{0872C56C-80C1-435E-9F3C-775B3B2B19B8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112395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多个文件编译：Make 和 Makefile</a:t>
            </a:r>
          </a:p>
        </p:txBody>
      </p:sp>
      <p:sp>
        <p:nvSpPr>
          <p:cNvPr id="2" name="body-1">
            <a:extLst>
              <a:ext uri="{FF2B5EF4-FFF2-40B4-BE49-F238E27FC236}">
                <ns2:creationId id="{142395DE-2090-44B4-BB4A-1CB1CC059250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1099185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7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main.cpp 调用，add.h 声明，add.cpp 实现。</a:t>
            </a:r>
          </a:p>
        </p:txBody>
      </p:sp>
      <p:sp>
        <p:nvSpPr>
          <p:cNvPr id="3" name="body-2">
            <a:extLst>
              <a:ext uri="{FF2B5EF4-FFF2-40B4-BE49-F238E27FC236}">
                <ns2:creationId id="{D7F90F60-A83E-4F52-AC82-D703E72B3490}"/>
              </a:ext>
            </a:extLst>
          </p:cNvPr>
          <p:cNvSpPr>
            <a:spLocks noGrp="1"/>
          </p:cNvSpPr>
          <p:nvPr/>
        </p:nvSpPr>
        <p:spPr>
          <a:xfrm>
            <a:off x="590550" y="2381250"/>
            <a:ext cx="5095875" cy="1924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// add.h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int add(int a, int b);</a:t>
            </a:r>
          </a:p>
          <a:p>
            <a:r>
              <a:t/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// add.cpp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int add(int a, int b) {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return a + b;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}</a:t>
            </a:r>
          </a:p>
        </p:txBody>
      </p:sp>
      <p:sp>
        <p:nvSpPr>
          <p:cNvPr id="4" name="body-3">
            <a:extLst>
              <a:ext uri="{FF2B5EF4-FFF2-40B4-BE49-F238E27FC236}">
                <ns2:creationId id="{B429AA60-C2BB-4A8C-B7D6-F94F0D16AD59}"/>
              </a:ext>
            </a:extLst>
          </p:cNvPr>
          <p:cNvSpPr>
            <a:spLocks noGrp="1"/>
          </p:cNvSpPr>
          <p:nvPr/>
        </p:nvSpPr>
        <p:spPr>
          <a:xfrm>
            <a:off x="590550" y="4476750"/>
            <a:ext cx="5095875" cy="952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83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g++ -c main.cpp</a:t>
            </a:r>
          </a:p>
          <a:p>
            <a:pPr algn="l">
              <a:lnSpc>
                <a:spcPct val="100000"/>
              </a:lnSpc>
              <a:buNone/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83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g++ -c add.cpp</a:t>
            </a:r>
          </a:p>
          <a:p>
            <a:pPr algn="l">
              <a:lnSpc>
                <a:spcPct val="100000"/>
              </a:lnSpc>
              <a:buNone/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83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g++ main.o add.o -o demo</a:t>
            </a:r>
          </a:p>
        </p:txBody>
      </p:sp>
      <p:sp>
        <p:nvSpPr>
          <p:cNvPr id="5" name="body-4">
            <a:extLst>
              <a:ext uri="{FF2B5EF4-FFF2-40B4-BE49-F238E27FC236}">
                <ns2:creationId id="{EFF63DCC-F9A7-4831-A87C-35039A0D640F}"/>
              </a:ext>
            </a:extLst>
          </p:cNvPr>
          <p:cNvSpPr>
            <a:spLocks noGrp="1"/>
          </p:cNvSpPr>
          <p:nvPr/>
        </p:nvSpPr>
        <p:spPr>
          <a:xfrm>
            <a:off x="6286500" y="2381250"/>
            <a:ext cx="5286375" cy="2514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# Makefile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demo: main.o add.o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	g++ main.o add.o -o demo</a:t>
            </a:r>
          </a:p>
          <a:p>
            <a:r>
              <a:t/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main.o: main.cpp add.h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	g++ -c main.cpp</a:t>
            </a:r>
          </a:p>
          <a:p>
            <a:r>
              <a:t/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add.o: add.cpp add.h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	g++ -c add.cpp</a:t>
            </a:r>
          </a:p>
        </p:txBody>
      </p:sp>
      <p:sp>
        <p:nvSpPr>
          <p:cNvPr id="6" name="body-5">
            <a:extLst>
              <a:ext uri="{FF2B5EF4-FFF2-40B4-BE49-F238E27FC236}">
                <ns2:creationId id="{7E633690-9826-4A5F-AE8B-995425273011}"/>
              </a:ext>
            </a:extLst>
          </p:cNvPr>
          <p:cNvSpPr>
            <a:spLocks noGrp="1"/>
          </p:cNvSpPr>
          <p:nvPr/>
        </p:nvSpPr>
        <p:spPr>
          <a:xfrm>
            <a:off x="6286500" y="4972050"/>
            <a:ext cx="528637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make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./demo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make</a:t>
            </a:r>
          </a:p>
        </p:txBody>
      </p:sp>
      <p:sp>
        <p:nvSpPr>
          <p:cNvPr id="7" name="body-6">
            <a:extLst>
              <a:ext uri="{FF2B5EF4-FFF2-40B4-BE49-F238E27FC236}">
                <ns2:creationId id="{070C146C-8034-4DFA-BF25-B6D2C250A10D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09918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763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Make 按依赖执行命令。Makefile 命令行以 Tab 开头。</a:t>
            </a:r>
          </a:p>
        </p:txBody>
      </p:sp>
    </p:spTree>
    <p:extLst>
      <p:ext uri="{BB962C8B-B14F-4D97-AF65-F5344CB8AC3E}">
        <ns3:creationId val="2130784584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 name="文件越来越多：CMak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title">
            <a:extLst>
              <a:ext uri="{FF2B5EF4-FFF2-40B4-BE49-F238E27FC236}">
                <ns2:creationId id="{9DDCCCDF-E6F9-43A4-BB2E-73C07A3B7DD3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112395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文件越来越多：CMake</a:t>
            </a:r>
          </a:p>
        </p:txBody>
      </p:sp>
      <p:sp>
        <p:nvSpPr>
          <p:cNvPr id="2" name="body-1">
            <a:extLst>
              <a:ext uri="{FF2B5EF4-FFF2-40B4-BE49-F238E27FC236}">
                <ns2:creationId id="{E28091F0-DE1E-470D-AD52-EC53DF64404C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109918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7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文件和依赖增加后，需要维护更多 Makefile 规则。</a:t>
            </a:r>
          </a:p>
          <a:p>
            <a:pPr algn="l">
              <a:lnSpc>
                <a:spcPct val="110000"/>
              </a:lnSpc>
              <a:buNone/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7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用 CMakeLists.txt 描述项目，交给 CMake 生成构建文件。</a:t>
            </a:r>
          </a:p>
        </p:txBody>
      </p:sp>
      <p:sp>
        <p:nvSpPr>
          <p:cNvPr id="3" name="body-2">
            <a:extLst>
              <a:ext uri="{FF2B5EF4-FFF2-40B4-BE49-F238E27FC236}">
                <ns2:creationId id="{9A473C4F-C45D-4D5C-9F93-184C2F58BCC5}"/>
              </a:ext>
            </a:extLst>
          </p:cNvPr>
          <p:cNvSpPr>
            <a:spLocks noGrp="1"/>
          </p:cNvSpPr>
          <p:nvPr/>
        </p:nvSpPr>
        <p:spPr>
          <a:xfrm>
            <a:off x="590550" y="2952750"/>
            <a:ext cx="1099185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974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# CMakeLists.txt</a:t>
            </a:r>
          </a:p>
          <a:p>
            <a:pPr algn="l">
              <a:lnSpc>
                <a:spcPct val="100000"/>
              </a:lnSpc>
              <a:buNone/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974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cmake_minimum_required(VERSION 3.16)</a:t>
            </a:r>
          </a:p>
          <a:p>
            <a:pPr algn="l">
              <a:lnSpc>
                <a:spcPct val="100000"/>
              </a:lnSpc>
              <a:buNone/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974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project(add_demo)</a:t>
            </a:r>
          </a:p>
          <a:p>
            <a:pPr algn="l">
              <a:lnSpc>
                <a:spcPct val="100000"/>
              </a:lnSpc>
              <a:buNone/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974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add_executable(demo main.cpp add.cpp)</a:t>
            </a:r>
          </a:p>
        </p:txBody>
      </p:sp>
      <p:sp>
        <p:nvSpPr>
          <p:cNvPr id="4" name="body-3">
            <a:extLst>
              <a:ext uri="{FF2B5EF4-FFF2-40B4-BE49-F238E27FC236}">
                <ns2:creationId id="{2E2C519E-80A5-45DB-805D-6B28CF75354E}"/>
              </a:ext>
            </a:extLst>
          </p:cNvPr>
          <p:cNvSpPr>
            <a:spLocks noGrp="1"/>
          </p:cNvSpPr>
          <p:nvPr/>
        </p:nvSpPr>
        <p:spPr>
          <a:xfrm>
            <a:off x="590550" y="4514850"/>
            <a:ext cx="10991850" cy="9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974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cmake -S . -B build -G "Unix Makefiles"</a:t>
            </a:r>
          </a:p>
          <a:p>
            <a:pPr algn="l">
              <a:lnSpc>
                <a:spcPct val="100000"/>
              </a:lnSpc>
              <a:buNone/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974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cmake --build build</a:t>
            </a:r>
          </a:p>
          <a:p>
            <a:pPr algn="l">
              <a:lnSpc>
                <a:spcPct val="100000"/>
              </a:lnSpc>
              <a:buNone/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974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./build/demo</a:t>
            </a:r>
          </a:p>
        </p:txBody>
      </p:sp>
      <p:sp>
        <p:nvSpPr>
          <p:cNvPr id="5" name="body-4">
            <a:extLst>
              <a:ext uri="{FF2B5EF4-FFF2-40B4-BE49-F238E27FC236}">
                <ns2:creationId id="{F29F8077-E36D-4E81-8170-A475968712E0}"/>
              </a:ext>
            </a:extLst>
          </p:cNvPr>
          <p:cNvSpPr>
            <a:spLocks noGrp="1"/>
          </p:cNvSpPr>
          <p:nvPr/>
        </p:nvSpPr>
        <p:spPr>
          <a:xfrm>
            <a:off x="590550" y="5703570"/>
            <a:ext cx="1099185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0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CMake 生成 Makefile，Make 完成编译和链接。</a:t>
            </a:r>
          </a:p>
        </p:txBody>
      </p:sp>
    </p:spTree>
    <p:extLst>
      <p:ext uri="{BB962C8B-B14F-4D97-AF65-F5344CB8AC3E}">
        <ns3:creationId val="1595629024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 name="多个 CMake 项目：catk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title">
            <a:extLst>
              <a:ext uri="{FF2B5EF4-FFF2-40B4-BE49-F238E27FC236}">
                <ns2:creationId id="{CDF7F058-0AB2-46B3-AF07-0D836434CDEE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112395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多个 CMake 项目：catkin</a:t>
            </a:r>
          </a:p>
        </p:txBody>
      </p:sp>
      <p:sp>
        <p:nvSpPr>
          <p:cNvPr id="2" name="body-1">
            <a:extLst>
              <a:ext uri="{FF2B5EF4-FFF2-40B4-BE49-F238E27FC236}">
                <ns2:creationId id="{58D2632F-EFA2-4D5B-B4D4-880554DC7196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1099185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7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ROS 1 将功能组织成包，在工作空间中统一构建。</a:t>
            </a:r>
          </a:p>
        </p:txBody>
      </p:sp>
      <p:sp>
        <p:nvSpPr>
          <p:cNvPr id="3" name="body-2">
            <a:extLst>
              <a:ext uri="{FF2B5EF4-FFF2-40B4-BE49-F238E27FC236}">
                <ns2:creationId id="{88CECD84-4B12-45D4-A44C-7ED640F826F2}"/>
              </a:ext>
            </a:extLst>
          </p:cNvPr>
          <p:cNvSpPr>
            <a:spLocks noGrp="1"/>
          </p:cNvSpPr>
          <p:nvPr/>
        </p:nvSpPr>
        <p:spPr>
          <a:xfrm>
            <a:off x="590550" y="2404110"/>
            <a:ext cx="5095875" cy="2990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catkin_ws/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└── src/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├── motor_driver/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│   ├── CMakeLists.txt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│   └── package.xml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├── sensor_driver/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│   ├── CMakeLists.txt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│   └── package.xml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└── robot_control/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    ├── CMakeLists.txt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    └── package.xml</a:t>
            </a:r>
          </a:p>
        </p:txBody>
      </p:sp>
      <p:sp>
        <p:nvSpPr>
          <p:cNvPr id="4" name="body-3">
            <a:extLst>
              <a:ext uri="{FF2B5EF4-FFF2-40B4-BE49-F238E27FC236}">
                <ns2:creationId id="{84DA1F89-D54B-4E55-8C40-82308139358B}"/>
              </a:ext>
            </a:extLst>
          </p:cNvPr>
          <p:cNvSpPr>
            <a:spLocks noGrp="1"/>
          </p:cNvSpPr>
          <p:nvPr/>
        </p:nvSpPr>
        <p:spPr>
          <a:xfrm>
            <a:off x="6286500" y="2404110"/>
            <a:ext cx="5286375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25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# CMakeLists.txt 中的 catkin 配置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25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find_package(catkin REQUIRED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25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COMPONENTS roscpp std_msgs)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25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catkin_package()</a:t>
            </a:r>
          </a:p>
        </p:txBody>
      </p:sp>
      <p:sp>
        <p:nvSpPr>
          <p:cNvPr id="5" name="body-4">
            <a:extLst>
              <a:ext uri="{FF2B5EF4-FFF2-40B4-BE49-F238E27FC236}">
                <ns2:creationId id="{736BCA73-49B2-4C28-A07A-FC085BEEC524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5286375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25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cd catkin_ws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25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source /opt/ros/noetic/setup.bash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25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catkin_make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25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source devel/setup.bash</a:t>
            </a:r>
          </a:p>
        </p:txBody>
      </p:sp>
      <p:sp>
        <p:nvSpPr>
          <p:cNvPr id="6" name="body-5">
            <a:extLst>
              <a:ext uri="{FF2B5EF4-FFF2-40B4-BE49-F238E27FC236}">
                <ns2:creationId id="{787418AE-7E52-4562-AFCD-4FEF5EA3F51D}"/>
              </a:ext>
            </a:extLst>
          </p:cNvPr>
          <p:cNvSpPr>
            <a:spLocks noGrp="1"/>
          </p:cNvSpPr>
          <p:nvPr/>
        </p:nvSpPr>
        <p:spPr>
          <a:xfrm>
            <a:off x="590550" y="5429250"/>
            <a:ext cx="109918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0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CMakeLists.txt 描述构建方法，package.xml 声明包信息和依赖。</a:t>
            </a:r>
          </a:p>
          <a:p>
            <a:pPr algn="l">
              <a:lnSpc>
                <a:spcPct val="110000"/>
              </a:lnSpc>
              <a:buNone/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0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catkin 基于 CMake，按包的依赖关系组织构建。</a:t>
            </a:r>
          </a:p>
        </p:txBody>
      </p:sp>
    </p:spTree>
    <p:extLst>
      <p:ext uri="{BB962C8B-B14F-4D97-AF65-F5344CB8AC3E}">
        <ns3:creationId val="15074828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582E2CF1-70F6-47CE-B516-36F4F775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LLM、Harness 与 Agent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68A4C2-D349-4042-8A84-96031DDC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817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BBAD5-CFA1-45F9-A14E-EC23DB0C7F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9f4cca2864245">
            <a:extLst>
              <a:ext uri="{96DAC541-7B7A-43D3-8B79-37D633B846F1}">
                <asvg:svgBlip xmlns:asvg="http://schemas.microsoft.com/office/drawing/2016/SVG/main" r:embed="R5a9c6b7b66af45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47850" y="1952625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188F8-881B-4F65-B558-4EBEAF33B4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214a4d38244f3">
            <a:extLst>
              <a:ext uri="{96DAC541-7B7A-43D3-8B79-37D633B846F1}">
                <asvg:svgBlip xmlns:asvg="http://schemas.microsoft.com/office/drawing/2016/SVG/main" r:embed="R8d381c5e7c0c4e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67350" y="1952625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072DE-9910-4572-8E7D-A1CD962477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e86d8eb764e0b">
            <a:extLst>
              <a:ext uri="{96DAC541-7B7A-43D3-8B79-37D633B846F1}">
                <asvg:svgBlip xmlns:asvg="http://schemas.microsoft.com/office/drawing/2016/SVG/main" r:embed="R40584c9e1a6949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86850" y="1952625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6" name="concept-0">
            <a:extLst xmlns:a="http://schemas.openxmlformats.org/drawingml/2006/main">
              <a:ext uri="{FF2B5EF4-FFF2-40B4-BE49-F238E27FC236}">
                <a16:creationId xmlns:a16="http://schemas.microsoft.com/office/drawing/2014/main" id="{33C9BA56-CAA8-4BEA-947B-9B64587B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LLM</a:t>
            </a:r>
          </a:p>
        </p:txBody>
      </p:sp>
      <p:sp>
        <p:nvSpPr>
          <p:cNvPr id="7" name="meaning-0">
            <a:extLst xmlns:a="http://schemas.openxmlformats.org/drawingml/2006/main">
              <a:ext uri="{FF2B5EF4-FFF2-40B4-BE49-F238E27FC236}">
                <a16:creationId xmlns:a16="http://schemas.microsoft.com/office/drawing/2014/main" id="{4BB53735-0FF2-455E-975D-A0D1CC6C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rPr>
              <a:t>大语言模型</a:t>
            </a:r>
          </a:p>
        </p:txBody>
      </p:sp>
      <p:sp>
        <p:nvSpPr>
          <p:cNvPr id="8" name="description-0">
            <a:extLst xmlns:a="http://schemas.openxmlformats.org/drawingml/2006/main">
              <a:ext uri="{FF2B5EF4-FFF2-40B4-BE49-F238E27FC236}">
                <a16:creationId xmlns:a16="http://schemas.microsoft.com/office/drawing/2014/main" id="{4D50D4D7-0CBF-48D5-AC36-2E576E73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958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根据上下文生成内容</a:t>
            </a:r>
          </a:p>
        </p:txBody>
      </p:sp>
      <p:sp>
        <p:nvSpPr>
          <p:cNvPr id="9" name="example-0">
            <a:extLst xmlns:a="http://schemas.openxmlformats.org/drawingml/2006/main">
              <a:ext uri="{FF2B5EF4-FFF2-40B4-BE49-F238E27FC236}">
                <a16:creationId xmlns:a16="http://schemas.microsoft.com/office/drawing/2014/main" id="{83EE3A06-7B22-4674-A17A-604F4B5D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339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DeepSeek、GPT</a:t>
            </a:r>
          </a:p>
        </p:txBody>
      </p:sp>
      <p:sp>
        <p:nvSpPr>
          <p:cNvPr id="10" name="concept-1">
            <a:extLst xmlns:a="http://schemas.openxmlformats.org/drawingml/2006/main">
              <a:ext uri="{FF2B5EF4-FFF2-40B4-BE49-F238E27FC236}">
                <a16:creationId xmlns:a16="http://schemas.microsoft.com/office/drawing/2014/main" id="{53AB283C-5900-4AA1-9CE8-3E645E19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147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11" name="meaning-1">
            <a:extLst xmlns:a="http://schemas.openxmlformats.org/drawingml/2006/main">
              <a:ext uri="{FF2B5EF4-FFF2-40B4-BE49-F238E27FC236}">
                <a16:creationId xmlns:a16="http://schemas.microsoft.com/office/drawing/2014/main" id="{715CF94E-EB78-4D1F-A758-689D0AA4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rPr>
              <a:t>运行与执行管理</a:t>
            </a:r>
          </a:p>
        </p:txBody>
      </p:sp>
      <p:sp>
        <p:nvSpPr>
          <p:cNvPr id="12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F24317B2-AE24-469D-890E-1E09CC40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958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组织信息，连接工具</a:t>
            </a:r>
          </a:p>
        </p:txBody>
      </p:sp>
      <p:sp>
        <p:nvSpPr>
          <p:cNvPr id="13" name="example-1">
            <a:extLst xmlns:a="http://schemas.openxmlformats.org/drawingml/2006/main">
              <a:ext uri="{FF2B5EF4-FFF2-40B4-BE49-F238E27FC236}">
                <a16:creationId xmlns:a16="http://schemas.microsoft.com/office/drawing/2014/main" id="{9C75E7A4-A144-4AB6-95C6-730A7283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339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文件、终端、权限</a:t>
            </a:r>
          </a:p>
        </p:txBody>
      </p:sp>
      <p:sp>
        <p:nvSpPr>
          <p:cNvPr id="14" name="concept-2">
            <a:extLst xmlns:a="http://schemas.openxmlformats.org/drawingml/2006/main">
              <a:ext uri="{FF2B5EF4-FFF2-40B4-BE49-F238E27FC236}">
                <a16:creationId xmlns:a16="http://schemas.microsoft.com/office/drawing/2014/main" id="{755B6CA5-593E-4D8C-A009-5C5288B4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147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5" name="meaning-2">
            <a:extLst xmlns:a="http://schemas.openxmlformats.org/drawingml/2006/main">
              <a:ext uri="{FF2B5EF4-FFF2-40B4-BE49-F238E27FC236}">
                <a16:creationId xmlns:a16="http://schemas.microsoft.com/office/drawing/2014/main" id="{42D96604-3761-4C49-8EB2-DD2E0A01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33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rPr>
              <a:t>围绕目标执行任务</a:t>
            </a:r>
          </a:p>
        </p:txBody>
      </p:sp>
      <p:sp>
        <p:nvSpPr>
          <p:cNvPr id="16" name="description-2">
            <a:extLst xmlns:a="http://schemas.openxmlformats.org/drawingml/2006/main">
              <a:ext uri="{FF2B5EF4-FFF2-40B4-BE49-F238E27FC236}">
                <a16:creationId xmlns:a16="http://schemas.microsoft.com/office/drawing/2014/main" id="{B8115044-AD7C-41AE-B822-446D8349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958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根据结果继续行动</a:t>
            </a:r>
          </a:p>
        </p:txBody>
      </p:sp>
      <p:sp>
        <p:nvSpPr>
          <p:cNvPr id="17" name="example-2">
            <a:extLst xmlns:a="http://schemas.openxmlformats.org/drawingml/2006/main">
              <a:ext uri="{FF2B5EF4-FFF2-40B4-BE49-F238E27FC236}">
                <a16:creationId xmlns:a16="http://schemas.microsoft.com/office/drawing/2014/main" id="{DDBD39A3-CFA8-4A6F-91D4-75C1FFD8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339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分析、操作、验证</a:t>
            </a:r>
          </a:p>
        </p:txBody>
      </p:sp>
    </p:spTree>
    <p:extLst>
      <p:ext uri="{BB962C8B-B14F-4D97-AF65-F5344CB8AC3E}">
        <p14:creationId xmlns:p14="http://schemas.microsoft.com/office/powerpoint/2010/main" val="593093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8318203-BE2B-46FE-BABF-65CCDBCE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AI 开发工具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74C364-6770-4F3C-B6E8-A813280C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817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7BABE-3F92-4381-8E27-E8D7A86826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7151b992a4c44">
            <a:extLst>
              <a:ext uri="{96DAC541-7B7A-43D3-8B79-37D633B846F1}">
                <asvg:svgBlip xmlns:asvg="http://schemas.microsoft.com/office/drawing/2016/SVG/main" r:embed="R12902c0aabeb42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47850" y="1847850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CC5DE-B554-4F4B-8FE7-96381F63D4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b861c6dfd4199">
            <a:extLst>
              <a:ext uri="{96DAC541-7B7A-43D3-8B79-37D633B846F1}">
                <asvg:svgBlip xmlns:asvg="http://schemas.microsoft.com/office/drawing/2016/SVG/main" r:embed="R60d4945cfdde40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67350" y="1847850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DAB60-0E95-4FB7-88E1-AE4B899EF2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a48df04e74878">
            <a:extLst>
              <a:ext uri="{96DAC541-7B7A-43D3-8B79-37D633B846F1}">
                <asvg:svgBlip xmlns:asvg="http://schemas.microsoft.com/office/drawing/2016/SVG/main" r:embed="Rfa8e51a8b0724d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86850" y="18478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777AC7AA-AFEE-4DB1-974A-91CEE704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CLI 命令行</a:t>
            </a:r>
          </a:p>
        </p:txBody>
      </p:sp>
      <p:sp>
        <p:nvSpPr>
          <p:cNvPr id="7" name="tool-description-0">
            <a:extLst xmlns:a="http://schemas.openxmlformats.org/drawingml/2006/main">
              <a:ext uri="{FF2B5EF4-FFF2-40B4-BE49-F238E27FC236}">
                <a16:creationId xmlns:a16="http://schemas.microsoft.com/office/drawing/2014/main" id="{34B8B22E-8313-423F-9255-2FBDFE8B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rPr>
              <a:t>在终端中使用</a:t>
            </a:r>
          </a:p>
        </p:txBody>
      </p:sp>
      <p:sp>
        <p:nvSpPr>
          <p:cNvPr id="8" name="tool-examples-0">
            <a:extLst xmlns:a="http://schemas.openxmlformats.org/drawingml/2006/main">
              <a:ext uri="{FF2B5EF4-FFF2-40B4-BE49-F238E27FC236}">
                <a16:creationId xmlns:a16="http://schemas.microsoft.com/office/drawing/2014/main" id="{2C71C1A2-F6F9-4293-952C-34D61909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Claude Code</a:t>
            </a:r>
          </a:p>
          <a:p xmlns:a="http://schemas.openxmlformats.org/drawingml/2006/main">
            <a: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Codex CLI</a:t>
            </a:r>
          </a:p>
          <a:p xmlns:a="http://schemas.openxmlformats.org/drawingml/2006/main">
            <a: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OpenCode</a:t>
            </a:r>
          </a:p>
        </p:txBody>
      </p:sp>
      <p:sp>
        <p:nvSpPr>
          <p:cNvPr id="9" name="tool-1">
            <a:extLst xmlns:a="http://schemas.openxmlformats.org/drawingml/2006/main">
              <a:ext uri="{FF2B5EF4-FFF2-40B4-BE49-F238E27FC236}">
                <a16:creationId xmlns:a16="http://schemas.microsoft.com/office/drawing/2014/main" id="{6989FFBB-EA7F-47E5-ACE7-DD0DE4DE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194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桌面应用</a:t>
            </a:r>
          </a:p>
        </p:txBody>
      </p:sp>
      <p:sp>
        <p:nvSpPr>
          <p:cNvPr id="10" name="tool-description-1">
            <a:extLst xmlns:a="http://schemas.openxmlformats.org/drawingml/2006/main">
              <a:ext uri="{FF2B5EF4-FFF2-40B4-BE49-F238E27FC236}">
                <a16:creationId xmlns:a16="http://schemas.microsoft.com/office/drawing/2014/main" id="{7EE64B68-1FFA-4280-B93B-4932569D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rPr>
              <a:t>图形界面操作</a:t>
            </a:r>
          </a:p>
        </p:txBody>
      </p:sp>
      <p:sp>
        <p:nvSpPr>
          <p:cNvPr id="11" name="tool-examples-1">
            <a:extLst xmlns:a="http://schemas.openxmlformats.org/drawingml/2006/main">
              <a:ext uri="{FF2B5EF4-FFF2-40B4-BE49-F238E27FC236}">
                <a16:creationId xmlns:a16="http://schemas.microsoft.com/office/drawing/2014/main" id="{0A9DEA34-C5F4-4A0E-BD94-8AE70AF0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9625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  <a:p xmlns:a="http://schemas.openxmlformats.org/drawingml/2006/main">
            <a: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ChatGPT</a:t>
            </a:r>
          </a:p>
          <a:p xmlns:a="http://schemas.openxmlformats.org/drawingml/2006/main">
            <a: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OpenCode</a:t>
            </a:r>
          </a:p>
        </p:txBody>
      </p:sp>
      <p:sp>
        <p:nvSpPr>
          <p:cNvPr id="12" name="tool-2">
            <a:extLst xmlns:a="http://schemas.openxmlformats.org/drawingml/2006/main">
              <a:ext uri="{FF2B5EF4-FFF2-40B4-BE49-F238E27FC236}">
                <a16:creationId xmlns:a16="http://schemas.microsoft.com/office/drawing/2014/main" id="{D5953629-9EFA-4630-B28D-BA937AAA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编辑器集成</a:t>
            </a:r>
          </a:p>
        </p:txBody>
      </p:sp>
      <p:sp>
        <p:nvSpPr>
          <p:cNvPr id="13" name="tool-description-2">
            <a:extLst xmlns:a="http://schemas.openxmlformats.org/drawingml/2006/main">
              <a:ext uri="{FF2B5EF4-FFF2-40B4-BE49-F238E27FC236}">
                <a16:creationId xmlns:a16="http://schemas.microsoft.com/office/drawing/2014/main" id="{0A8B2A4E-AFFA-4C93-A93D-D9FD55BC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rPr>
              <a:t>在代码旁边使用</a:t>
            </a:r>
          </a:p>
        </p:txBody>
      </p:sp>
      <p:sp>
        <p:nvSpPr>
          <p:cNvPr id="14" name="tool-examples-2">
            <a:extLst xmlns:a="http://schemas.openxmlformats.org/drawingml/2006/main">
              <a:ext uri="{FF2B5EF4-FFF2-40B4-BE49-F238E27FC236}">
                <a16:creationId xmlns:a16="http://schemas.microsoft.com/office/drawing/2014/main" id="{F6002757-8B7E-4527-B1F1-43839A91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9625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VS Code 扩展</a:t>
            </a:r>
          </a:p>
          <a:p xmlns:a="http://schemas.openxmlformats.org/drawingml/2006/main">
            <a: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JetBrains 集成</a:t>
            </a:r>
          </a:p>
        </p:txBody>
      </p:sp>
    </p:spTree>
    <p:extLst>
      <p:ext uri="{BB962C8B-B14F-4D97-AF65-F5344CB8AC3E}">
        <p14:creationId xmlns:p14="http://schemas.microsoft.com/office/powerpoint/2010/main" val="18807298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2FE642E2-2D99-46E5-BD78-26AB2428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Skill 与 AGENTS.md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00765A-A764-499F-8DD7-FFC9BF06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817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BAEEC-666D-409C-B561-47531C2121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d47e7320a47f0">
            <a:extLst>
              <a:ext uri="{96DAC541-7B7A-43D3-8B79-37D633B846F1}">
                <asvg:svgBlip xmlns:asvg="http://schemas.microsoft.com/office/drawing/2016/SVG/main" r:embed="R57b2c0f4b4364e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14625" y="1924050"/>
            <a:ext cx="1428750" cy="14287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B05F8-941C-48CD-B8B2-0206191801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8069d7bb642f7">
            <a:extLst>
              <a:ext uri="{96DAC541-7B7A-43D3-8B79-37D633B846F1}">
                <asvg:svgBlip xmlns:asvg="http://schemas.microsoft.com/office/drawing/2016/SVG/main" r:embed="Rb545dab1160447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48625" y="192405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skill-title">
            <a:extLst xmlns:a="http://schemas.openxmlformats.org/drawingml/2006/main">
              <a:ext uri="{FF2B5EF4-FFF2-40B4-BE49-F238E27FC236}">
                <a16:creationId xmlns:a16="http://schemas.microsoft.com/office/drawing/2014/main" id="{14A54565-5B46-4CC8-B8D6-C036EB60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6712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6" name="agents-title">
            <a:extLst xmlns:a="http://schemas.openxmlformats.org/drawingml/2006/main">
              <a:ext uri="{FF2B5EF4-FFF2-40B4-BE49-F238E27FC236}">
                <a16:creationId xmlns:a16="http://schemas.microsoft.com/office/drawing/2014/main" id="{A9232565-2C53-40DC-A327-DB7DDF81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AGENTS.md</a:t>
            </a:r>
          </a:p>
        </p:txBody>
      </p:sp>
      <p:sp>
        <p:nvSpPr>
          <p:cNvPr id="7" name="skill-key">
            <a:extLst xmlns:a="http://schemas.openxmlformats.org/drawingml/2006/main">
              <a:ext uri="{FF2B5EF4-FFF2-40B4-BE49-F238E27FC236}">
                <a16:creationId xmlns:a16="http://schemas.microsoft.com/office/drawing/2014/main" id="{4D837BDE-7BCF-4942-8875-EE3378B6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rPr>
              <a:t>可复用的任务方法</a:t>
            </a:r>
          </a:p>
        </p:txBody>
      </p:sp>
      <p:sp>
        <p:nvSpPr>
          <p:cNvPr id="8" name="agents-key">
            <a:extLst xmlns:a="http://schemas.openxmlformats.org/drawingml/2006/main">
              <a:ext uri="{FF2B5EF4-FFF2-40B4-BE49-F238E27FC236}">
                <a16:creationId xmlns:a16="http://schemas.microsoft.com/office/drawing/2014/main" id="{6715FAFB-12A6-426C-A786-745EF940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rPr>
              <a:t>项目背景与工作约定</a:t>
            </a:r>
          </a:p>
        </p:txBody>
      </p:sp>
      <p:sp>
        <p:nvSpPr>
          <p:cNvPr id="9" name="skill-details">
            <a:extLst xmlns:a="http://schemas.openxmlformats.org/drawingml/2006/main">
              <a:ext uri="{FF2B5EF4-FFF2-40B4-BE49-F238E27FC236}">
                <a16:creationId xmlns:a16="http://schemas.microsoft.com/office/drawing/2014/main" id="{F8375D0F-5B1C-4125-AEB7-D03762AD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4381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按需加载</a:t>
            </a:r>
          </a:p>
          <a:p xmlns:a="http://schemas.openxmlformats.org/drawingml/2006/main">
            <a: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说明、模板与脚本</a:t>
            </a:r>
          </a:p>
        </p:txBody>
      </p:sp>
      <p:sp>
        <p:nvSpPr>
          <p:cNvPr id="10" name="agents-details">
            <a:extLst xmlns:a="http://schemas.openxmlformats.org/drawingml/2006/main">
              <a:ext uri="{FF2B5EF4-FFF2-40B4-BE49-F238E27FC236}">
                <a16:creationId xmlns:a16="http://schemas.microsoft.com/office/drawing/2014/main" id="{FCEFD83F-E76E-431D-96E6-54F73D53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0150"/>
            <a:ext cx="4381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目录与编译方法</a:t>
            </a:r>
          </a:p>
          <a:p xmlns:a="http://schemas.openxmlformats.org/drawingml/2006/main">
            <a: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规范与修改范围</a:t>
            </a:r>
          </a:p>
        </p:txBody>
      </p:sp>
    </p:spTree>
    <p:extLst>
      <p:ext uri="{BB962C8B-B14F-4D97-AF65-F5344CB8AC3E}">
        <p14:creationId xmlns:p14="http://schemas.microsoft.com/office/powerpoint/2010/main" val="648014315"/>
      </p:ext>
    </p:extLst>
  </p:cSld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2UzNjc1OTNmNDJjZDJhNmExNTNiMjg2MjFiYjk1OGM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269B0"/>
      </a:accent1>
      <a:accent2>
        <a:srgbClr val="3881BD"/>
      </a:accent2>
      <a:accent3>
        <a:srgbClr val="5E99C9"/>
      </a:accent3>
      <a:accent4>
        <a:srgbClr val="84B1D6"/>
      </a:accent4>
      <a:accent5>
        <a:srgbClr val="AAC9E3"/>
      </a:accent5>
      <a:accent6>
        <a:srgbClr val="D0E1EF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269B0"/>
      </a:accent1>
      <a:accent2>
        <a:srgbClr val="3881BD"/>
      </a:accent2>
      <a:accent3>
        <a:srgbClr val="5E99C9"/>
      </a:accent3>
      <a:accent4>
        <a:srgbClr val="84B1D6"/>
      </a:accent4>
      <a:accent5>
        <a:srgbClr val="AAC9E3"/>
      </a:accent5>
      <a:accent6>
        <a:srgbClr val="D0E1EF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269B0"/>
      </a:accent1>
      <a:accent2>
        <a:srgbClr val="3881BD"/>
      </a:accent2>
      <a:accent3>
        <a:srgbClr val="5E99C9"/>
      </a:accent3>
      <a:accent4>
        <a:srgbClr val="84B1D6"/>
      </a:accent4>
      <a:accent5>
        <a:srgbClr val="AAC9E3"/>
      </a:accent5>
      <a:accent6>
        <a:srgbClr val="D0E1EF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00000"/>
    </a:dk2>
    <a:lt2>
      <a:srgbClr val="FFFFFF"/>
    </a:lt2>
    <a:accent1>
      <a:srgbClr val="1269B0"/>
    </a:accent1>
    <a:accent2>
      <a:srgbClr val="3881BD"/>
    </a:accent2>
    <a:accent3>
      <a:srgbClr val="5E99C9"/>
    </a:accent3>
    <a:accent4>
      <a:srgbClr val="84B1D6"/>
    </a:accent4>
    <a:accent5>
      <a:srgbClr val="AAC9E3"/>
    </a:accent5>
    <a:accent6>
      <a:srgbClr val="D0E1EF"/>
    </a:accent6>
    <a:hlink>
      <a:srgbClr val="000000"/>
    </a:hlink>
    <a:folHlink>
      <a:srgbClr val="000000"/>
    </a:folHlink>
  </a:clrScheme>
</a:themeOverrid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3</ns0:TotalTime>
  <ns0:Words>1391</ns0:Words>
  <ns0:Application>Microsoft Office PowerPoint</ns0:Application>
  <ns0:PresentationFormat>自定义</ns0:PresentationFormat>
  <ns0:Paragraphs>81</ns0:Paragraphs>
  <ns0:Slides>5</ns0:Slides>
  <ns0:Notes>5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3</ns1:i4>
      </ns1:variant>
      <ns1:variant>
        <ns1:lpstr>主题</ns1:lpstr>
      </ns1:variant>
      <ns1:variant>
        <ns1:i4>2</ns1:i4>
      </ns1:variant>
      <ns1:variant>
        <ns1:lpstr>幻灯片标题</ns1:lpstr>
      </ns1:variant>
      <ns1:variant>
        <ns1:i4>12</ns1:i4>
      </ns1:variant>
    </ns1:vector>
  </ns0:HeadingPairs>
  <ns0:TitlesOfParts>
    <ns1:vector size="17" baseType="lpstr">
      <ns1:lpstr>Arial</ns1:lpstr>
      <ns1:lpstr>Times New Roman</ns1:lpstr>
      <ns1:lpstr>Wingdings</ns1:lpstr>
      <ns1:lpstr>Office Theme</ns1:lpstr>
      <ns1:lpstr>Office Theme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Fabian Dähler</dc:creator>
  <cp:lastModifiedBy>Roi Bar</cp:lastModifiedBy>
  <cp:revision>54</cp:revision>
  <cp:lastPrinted>2021-02-23T21:11:00Z</cp:lastPrinted>
  <dcterms:created xsi:type="dcterms:W3CDTF">2021-02-23T21:11:00Z</dcterms:created>
  <dcterms:modified xsi:type="dcterms:W3CDTF">2026-10-19T03:30:57Z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ntentTypeId">
    <vt:lpwstr>0x0101003DC172450BD2A749A6C53514AD90E260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ICV">
    <vt:lpwstr>7AF839239F2742C8A81AA03E49D6D94E</vt:lpwstr>
  </property>
  <property fmtid="{D5CDD505-2E9C-101B-9397-08002B2CF9AE}" pid="7" name="KSOProductBuildVer">
    <vt:lpwstr>2052-12.1.0.18276</vt:lpwstr>
  </property>
  <property fmtid="{D5CDD505-2E9C-101B-9397-08002B2CF9AE}" pid="8" name="LinksUpToDate">
    <vt:bool>false</vt:bool>
  </property>
  <property fmtid="{D5CDD505-2E9C-101B-9397-08002B2CF9AE}" pid="9" name="MMClips">
    <vt:i4>0</vt:i4>
  </property>
  <property fmtid="{D5CDD505-2E9C-101B-9397-08002B2CF9AE}" pid="10" name="Notes">
    <vt:i4>1</vt:i4>
  </property>
  <property fmtid="{D5CDD505-2E9C-101B-9397-08002B2CF9AE}" pid="11" name="PresentationFormat">
    <vt:lpwstr>自定义</vt:lpwstr>
  </property>
  <property fmtid="{D5CDD505-2E9C-101B-9397-08002B2CF9AE}" pid="12" name="ScaleCrop">
    <vt:bool>false</vt:bool>
  </property>
  <property fmtid="{D5CDD505-2E9C-101B-9397-08002B2CF9AE}" pid="13" name="ShareDoc">
    <vt:bool>false</vt:bool>
  </property>
  <property fmtid="{D5CDD505-2E9C-101B-9397-08002B2CF9AE}" pid="14" name="Slides">
    <vt:i4>10</vt:i4>
  </property>
</Properties>
</file>