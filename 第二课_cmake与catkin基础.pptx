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  <p:sldMasterId id="2147483661" r:id="rId2"/>
  </p:sldMasterIdLst>
  <p:notesMasterIdLst>
    <p:notesMasterId r:id="rId15"/>
  </p:notesMasterIdLst>
  <p:sldIdLst>
    <p:sldId id="256" r:id="rId3"/>
    <p:sldId id="402" r:id="rIdFourPage2"/>
    <p:sldId id="403" r:id="rIdFourPage3"/>
    <p:sldId id="404" r:id="rIdFourPage4"/>
    <p:sldId id="405" r:id="rIdFourPage5"/>
  </p:sldIdLst>
  <p:sldSz cx="12187238" cy="6858000"/>
  <p:notesSz cx="7099300" cy="10234613"/>
  <p:custDataLst>
    <p:tags r:id="rId1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18" Type="http://schemas.openxmlformats.org/officeDocument/2006/relationships/viewProps" Target="viewProps.xml" /><Relationship Id="rId3" Type="http://schemas.openxmlformats.org/officeDocument/2006/relationships/slide" Target="slides/slide1.xml" /><Relationship Id="rId17" Type="http://schemas.openxmlformats.org/officeDocument/2006/relationships/presProps" Target="presProps.xml" /><Relationship Id="rId2" Type="http://schemas.openxmlformats.org/officeDocument/2006/relationships/slideMaster" Target="slideMasters/slideMaster2.xml" /><Relationship Id="rId16" Type="http://schemas.openxmlformats.org/officeDocument/2006/relationships/tags" Target="tags/tag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15" Type="http://schemas.openxmlformats.org/officeDocument/2006/relationships/notesMaster" Target="notesMasters/notesMaster1.xml" /><Relationship Id="rId19" Type="http://schemas.openxmlformats.org/officeDocument/2006/relationships/theme" Target="theme/theme1.xml" /><Relationship Id="rIdFourPage2" Type="http://schemas.openxmlformats.org/officeDocument/2006/relationships/slide" Target="slides/slide2.xml" /><Relationship Id="rIdFourPage3" Type="http://schemas.openxmlformats.org/officeDocument/2006/relationships/slide" Target="slides/slide3.xml" /><Relationship Id="rIdFourPage4" Type="http://schemas.openxmlformats.org/officeDocument/2006/relationships/slide" Target="slides/slide4.xml" /><Relationship Id="rIdFourPage5" Type="http://schemas.openxmlformats.org/officeDocument/2006/relationships/slide" Target="slides/slide5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de-DE" sz="1800" b="0" strike="noStrike" spc="-1">
                <a:solidFill>
                  <a:srgbClr val="000000"/>
                </a:solidFill>
                <a:latin typeface="Arial" panose="020B0604020202020204"/>
              </a:rPr>
              <a:t>Click to move the slide</a:t>
            </a: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 panose="020B0604020202020204"/>
              </a:rPr>
              <a:t>Click to edit the notes format</a:t>
            </a:r>
          </a:p>
        </p:txBody>
      </p:sp>
      <p:sp>
        <p:nvSpPr>
          <p:cNvPr id="13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 panose="02020603050405020304"/>
              </a:rPr>
              <a:t>&lt;header&gt;</a:t>
            </a:r>
          </a:p>
        </p:txBody>
      </p:sp>
      <p:sp>
        <p:nvSpPr>
          <p:cNvPr id="138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 panose="02020603050405020304"/>
              </a:rPr>
              <a:t>&lt;date/time&gt;</a:t>
            </a:r>
          </a:p>
        </p:txBody>
      </p:sp>
      <p:sp>
        <p:nvSpPr>
          <p:cNvPr id="139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 panose="02020603050405020304"/>
              </a:rPr>
              <a:t>&lt;footer&gt;</a:t>
            </a:r>
          </a:p>
        </p:txBody>
      </p:sp>
      <p:sp>
        <p:nvSpPr>
          <p:cNvPr id="140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AD00AA25-ED96-41D1-A131-1AF563B514A2}" type="slidenum">
              <a:rPr lang="en-US" sz="1400" b="0" strike="noStrike" spc="-1">
                <a:latin typeface="Times New Roman" panose="02020603050405020304"/>
              </a:rPr>
              <a:t>‹#›</a:t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.xml" /></Relationships>
</file>

<file path=ppt/notesSlides/_rels/notesSlide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.xml" /></Relationships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.xml" 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.xml" 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6725" cy="3836988"/>
          </a:xfrm>
          <a:prstGeom prst="rect">
            <a:avLst/>
          </a:prstGeom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9000" cy="460512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r>
              <a:rPr lang="zh-CN" sz="1600">
                <a:latin typeface="Arial"/>
                <a:ea typeface="宋体"/>
              </a:rPr>
              <a:t>时间：开场约 2 分钟。</a:t>
            </a:r>
          </a:p>
          <a:p>
            <a:r>
              <a:rPr lang="zh-CN" sz="1600">
                <a:latin typeface="Arial"/>
                <a:ea typeface="宋体"/>
              </a:rPr>
              <a:t>口述：今天的第二课围绕一个计算任务展开。给出底盘左右轮角速度，计算车体的前进速度和转向角速度。我们会先用一个 C++ 文件完成计算，再拆出头文件和实现，亲自编译与链接。接着用 Make 保存构建规则，用 CMake 描述库、应用和测试，最后在 ROS 1 工作空间中运行两个相互依赖的包。</a:t>
            </a:r>
          </a:p>
          <a:p>
            <a:r>
              <a:rPr lang="zh-CN" sz="1600">
                <a:latin typeface="Arial"/>
                <a:ea typeface="宋体"/>
              </a:rPr>
              <a:t>操作：展示封面的轮腿机器人，说明课堂使用差速底盘的平面运动学简化模型。学生已经拿到完整程序，现场集中输入构建命令、修改构建配置和观察结果。</a:t>
            </a:r>
          </a:p>
          <a:p>
            <a:r>
              <a:rPr lang="zh-CN" sz="1600">
                <a:latin typeface="Arial"/>
                <a:ea typeface="宋体"/>
              </a:rPr>
              <a:t>提问：同一个计算函数，从命令行程序接入 ROS 时，哪些部分可以继续使用？先收集答案，保留到最后回顾。</a:t>
            </a:r>
          </a:p>
          <a:p>
            <a:r>
              <a:rPr lang="zh-CN" sz="1600">
                <a:latin typeface="Arial"/>
                <a:ea typeface="宋体"/>
              </a:rPr>
              <a:t>过渡：下一页确认五个阶段的顺序与课堂分工。</a:t>
            </a:r>
          </a:p>
        </p:txBody>
      </p:sp>
      <p:sp>
        <p:nvSpPr>
          <p:cNvPr id="214" name="TextShape 3"/>
          <p:cNvSpPr txBox="1"/>
          <p:nvPr/>
        </p:nvSpPr>
        <p:spPr>
          <a:xfrm>
            <a:off x="4021200" y="9721080"/>
            <a:ext cx="3075840" cy="511200"/>
          </a:xfrm>
          <a:prstGeom prst="rect">
            <a:avLst/>
          </a:prstGeom>
          <a:noFill/>
          <a:ln>
            <a:noFill/>
          </a:ln>
        </p:spPr>
        <p:txBody>
          <a:bodyPr lIns="99000" tIns="49680" rIns="99000" bIns="49680" anchor="b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6725" cy="3836988"/>
          </a:xfrm>
          <a:prstGeom prst="rect">
            <a:avLst/>
          </a:prstGeom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9000" cy="460512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r>
              <a:rPr lang="zh-CN" sz="1600">
                <a:latin typeface="Consolas"/>
                <a:ea typeface="Microsoft YaHei"/>
              </a:rPr>
              <a:t>第 1 页：单个文件编译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先看一个最简单的程序。所有代码都写在 main.cpp 里，调用 add() 计算 1 + 2，然后打印结果。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写好代码后，我们在终端执行：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g++ main.cpp -o demo</a:t>
            </a:r>
          </a:p>
          <a:p>
            <a:r>
              <a:rPr lang="zh-CN" sz="1600">
                <a:latin typeface="Consolas"/>
                <a:ea typeface="Microsoft YaHei"/>
              </a:rPr>
              <a:t>./demo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可以看到输出是 3。这里的 -o demo 指定了生成的可执行文件名称。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从源代码到可执行文件，要经过编译和链接。刚才这条 g++ 命令把这些工作一起完成了，我们也可以拆开执行。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g++ -c main.cpp -o main.o</a:t>
            </a:r>
          </a:p>
          <a:p>
            <a:r>
              <a:rPr lang="zh-CN" sz="1600">
                <a:latin typeface="Consolas"/>
                <a:ea typeface="Microsoft YaHei"/>
              </a:rPr>
              <a:t>g++ main.o -o demo</a:t>
            </a:r>
          </a:p>
          <a:p>
            <a:r>
              <a:rPr lang="zh-CN" sz="1600">
                <a:latin typeface="Consolas"/>
                <a:ea typeface="Microsoft YaHei"/>
              </a:rPr>
              <a:t>./demo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第一条命令加了 -c，编译后得到目标文件 main.o。第二条命令完成链接，得到可以运行的 demo。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这一页先记住：我们写的是源代码，编译得到目标文件，链接后得到可执行文件。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演示目录：cmake_catkin_course/demos/01_single_file。</a:t>
            </a:r>
          </a:p>
        </p:txBody>
      </p:sp>
      <p:sp>
        <p:nvSpPr>
          <p:cNvPr id="214" name="TextShape 3"/>
          <p:cNvSpPr txBox="1"/>
          <p:nvPr/>
        </p:nvSpPr>
        <p:spPr>
          <a:xfrm>
            <a:off x="4021200" y="9721080"/>
            <a:ext cx="3075840" cy="511200"/>
          </a:xfrm>
          <a:prstGeom prst="rect">
            <a:avLst/>
          </a:prstGeom>
          <a:noFill/>
          <a:ln>
            <a:noFill/>
          </a:ln>
        </p:spPr>
        <p:txBody>
          <a:bodyPr lIns="99000" tIns="49680" rIns="99000" bIns="49680" anchor="b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6725" cy="3836988"/>
          </a:xfrm>
          <a:prstGeom prst="rect">
            <a:avLst/>
          </a:prstGeom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9000" cy="460512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r>
              <a:rPr lang="zh-CN" sz="1600">
                <a:latin typeface="Consolas"/>
                <a:ea typeface="Microsoft YaHei"/>
              </a:rPr>
              <a:t>第 2 页：多个文件编译，介绍 Make 和 Makefile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现在把刚才的程序拆成三个文件。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main.cpp 放程序入口，add.h 声明 add() 函数，add.cpp 写函数实现。以后修改加法函数，可以直接去 add.cpp 里改。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先把两个 .cpp 文件一起交给编译器：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g++ main.cpp add.cpp -o demo</a:t>
            </a:r>
          </a:p>
          <a:p>
            <a:r>
              <a:rPr lang="zh-CN" sz="1600">
                <a:latin typeface="Consolas"/>
                <a:ea typeface="Microsoft YaHei"/>
              </a:rPr>
              <a:t>./demo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结果还是 3。程序的功能没有变化，只是代码分到了不同文件中。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同样，也可以分别编译，再把目标文件链接起来：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g++ -c main.cpp</a:t>
            </a:r>
          </a:p>
          <a:p>
            <a:r>
              <a:rPr lang="zh-CN" sz="1600">
                <a:latin typeface="Consolas"/>
                <a:ea typeface="Microsoft YaHei"/>
              </a:rPr>
              <a:t>g++ -c add.cpp</a:t>
            </a:r>
          </a:p>
          <a:p>
            <a:r>
              <a:rPr lang="zh-CN" sz="1600">
                <a:latin typeface="Consolas"/>
                <a:ea typeface="Microsoft YaHei"/>
              </a:rPr>
              <a:t>g++ main.o add.o -o demo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现在只有两个源文件，手动输入这些命令还比较方便。文件多起来以后，每次都要重复输入，还要判断哪些文件需要重新编译。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我们可以把这些命令和文件之间的依赖关系写进 Makefile：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demo: main.o add.o</a:t>
            </a:r>
          </a:p>
          <a:p>
            <a:r>
              <a:rPr lang="zh-CN" sz="1600">
                <a:latin typeface="Consolas"/>
                <a:ea typeface="Microsoft YaHei"/>
              </a:rPr>
              <a:t>	g++ main.o add.o -o demo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main.o: main.cpp add.h</a:t>
            </a:r>
          </a:p>
          <a:p>
            <a:r>
              <a:rPr lang="zh-CN" sz="1600">
                <a:latin typeface="Consolas"/>
                <a:ea typeface="Microsoft YaHei"/>
              </a:rPr>
              <a:t>	g++ -c main.cpp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add.o: add.cpp add.h</a:t>
            </a:r>
          </a:p>
          <a:p>
            <a:r>
              <a:rPr lang="zh-CN" sz="1600">
                <a:latin typeface="Consolas"/>
                <a:ea typeface="Microsoft YaHei"/>
              </a:rPr>
              <a:t>	g++ -c add.cpp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先看第一条规则：生成 demo 需要 main.o 和 add.o，下面这一行是生成它的命令。后面两条规则分别说明两个目标文件怎么编译出来。命令行开头要用 Tab。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写好以后，执行：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make</a:t>
            </a:r>
          </a:p>
          <a:p>
            <a:r>
              <a:rPr lang="zh-CN" sz="1600">
                <a:latin typeface="Consolas"/>
                <a:ea typeface="Microsoft YaHei"/>
              </a:rPr>
              <a:t>./demo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Make 会读取 Makefile，按照依赖关系执行命令。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再执行一次 make，可以看到它没有重复编译。接下来修改并保存 add.cpp，再运行 make，观察终端：它会重新编译 add.cpp，然后重新链接，已有的 main.o 可以继续使用。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Make 帮我们执行构建命令，也会根据文件的修改时间判断哪些步骤需要重做。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手工编译演示目录：cmake_catkin_course/demos/02_multi_manual。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Make 演示目录：cmake_catkin_course/demos/03_makefile。</a:t>
            </a:r>
          </a:p>
        </p:txBody>
      </p:sp>
      <p:sp>
        <p:nvSpPr>
          <p:cNvPr id="214" name="TextShape 3"/>
          <p:cNvSpPr txBox="1"/>
          <p:nvPr/>
        </p:nvSpPr>
        <p:spPr>
          <a:xfrm>
            <a:off x="4021200" y="9721080"/>
            <a:ext cx="3075840" cy="511200"/>
          </a:xfrm>
          <a:prstGeom prst="rect">
            <a:avLst/>
          </a:prstGeom>
          <a:noFill/>
          <a:ln>
            <a:noFill/>
          </a:ln>
        </p:spPr>
        <p:txBody>
          <a:bodyPr lIns="99000" tIns="49680" rIns="99000" bIns="49680" anchor="b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6725" cy="3836988"/>
          </a:xfrm>
          <a:prstGeom prst="rect">
            <a:avLst/>
          </a:prstGeom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9000" cy="460512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r>
              <a:rPr lang="zh-CN" sz="1600">
                <a:latin typeface="Consolas"/>
                <a:ea typeface="Microsoft YaHei"/>
              </a:rPr>
              <a:t>第 3 页：项目越来越大，介绍 CMake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继续增加文件。除了 add.cpp，项目里可能还有电机控制、传感器读取、通信等代码，也会用到其他库。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这些内容都能写进 Makefile。不过，随着文件和依赖增加，我们需要维护的规则也会越来越多。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接下来使用 CMake。先从当前这个小程序开始，新建 CMakeLists.txt：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cmake_minimum_required(VERSION 3.16)</a:t>
            </a:r>
          </a:p>
          <a:p>
            <a:r>
              <a:rPr lang="zh-CN" sz="1600">
                <a:latin typeface="Consolas"/>
                <a:ea typeface="Microsoft YaHei"/>
              </a:rPr>
              <a:t>project(add_demo)</a:t>
            </a:r>
          </a:p>
          <a:p>
            <a:r>
              <a:rPr lang="zh-CN" sz="1600">
                <a:latin typeface="Consolas"/>
                <a:ea typeface="Microsoft YaHei"/>
              </a:rPr>
              <a:t>add_executable(demo main.cpp add.cpp)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第一行指定最低 CMake 版本。第二行设置项目名称。第三行说明：用 main.cpp 和 add.cpp 生成可执行程序 demo。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然后执行：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cmake -S . -B build -G "Unix Makefiles"</a:t>
            </a:r>
          </a:p>
          <a:p>
            <a:r>
              <a:rPr lang="zh-CN" sz="1600">
                <a:latin typeface="Consolas"/>
                <a:ea typeface="Microsoft YaHei"/>
              </a:rPr>
              <a:t>cmake --build build</a:t>
            </a:r>
          </a:p>
          <a:p>
            <a:r>
              <a:rPr lang="zh-CN" sz="1600">
                <a:latin typeface="Consolas"/>
                <a:ea typeface="Microsoft YaHei"/>
              </a:rPr>
              <a:t>./build/demo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第一条命令读取当前目录的 CMakeLists.txt，在 build 目录中生成 Makefile。第二条命令调用 Make 完成编译和链接。最后运行程序，输出仍然是 3。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可以打开 build 目录看一下，里面已经有了 CMake 生成的 Makefile。平时我们修改源代码和 CMakeLists.txt，再执行构建命令。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以后项目增加一个源文件，可以把它加入 add_executable()。需要使用库时，再补上相应的查找和链接配置。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到这里，我们依次做了三件事：直接输入编译命令，把命令和依赖写进 Makefile，再用 CMake 描述项目并生成构建文件。后面讲 catkin，就从这份 CMakeLists.txt 继续往下看。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演示目录：cmake_catkin_course/demos/04_cmake。</a:t>
            </a:r>
          </a:p>
        </p:txBody>
      </p:sp>
      <p:sp>
        <p:nvSpPr>
          <p:cNvPr id="214" name="TextShape 3"/>
          <p:cNvSpPr txBox="1"/>
          <p:nvPr/>
        </p:nvSpPr>
        <p:spPr>
          <a:xfrm>
            <a:off x="4021200" y="9721080"/>
            <a:ext cx="3075840" cy="511200"/>
          </a:xfrm>
          <a:prstGeom prst="rect">
            <a:avLst/>
          </a:prstGeom>
          <a:noFill/>
          <a:ln>
            <a:noFill/>
          </a:ln>
        </p:spPr>
        <p:txBody>
          <a:bodyPr lIns="99000" tIns="49680" rIns="99000" bIns="49680" anchor="b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6725" cy="3836988"/>
          </a:xfrm>
          <a:prstGeom prst="rect">
            <a:avLst/>
          </a:prstGeom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9000" cy="460512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r>
              <a:rPr lang="zh-CN" sz="1600">
                <a:latin typeface="Consolas"/>
                <a:ea typeface="Microsoft YaHei"/>
              </a:rPr>
              <a:t>第 4 页：多个 CMake 项目，介绍 catkin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刚才我们用 CMake 管理了一个项目。继续往下做，一台机器人可能需要电机驱动、传感器读取、控制算法等多个项目，每个项目都有自己的 CMakeLists.txt。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这些项目之间还会互相依赖。比如控制程序需要调用电机驱动提供的接口，也需要读取传感器数据。构建整个代码库时，我们就要处理这些依赖，让各个项目能找到需要的头文件和库。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在 ROS 1 中，我们通常把这些功能分别组织成包，再把多个包放进同一个工作空间。catkin 基于 CMake，为这些包提供统一的构建方式，并根据声明的依赖关系组织构建。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先看目录：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catkin_ws/</a:t>
            </a:r>
          </a:p>
          <a:p>
            <a:r>
              <a:rPr lang="zh-CN" sz="1600">
                <a:latin typeface="Consolas"/>
                <a:ea typeface="Microsoft YaHei"/>
              </a:rPr>
              <a:t>└── src/</a:t>
            </a:r>
          </a:p>
          <a:p>
            <a:r>
              <a:rPr lang="zh-CN" sz="1600">
                <a:latin typeface="Consolas"/>
                <a:ea typeface="Microsoft YaHei"/>
              </a:rPr>
              <a:t>    ├── motor_driver/</a:t>
            </a:r>
          </a:p>
          <a:p>
            <a:r>
              <a:rPr lang="zh-CN" sz="1600">
                <a:latin typeface="Consolas"/>
                <a:ea typeface="Microsoft YaHei"/>
              </a:rPr>
              <a:t>    │   ├── CMakeLists.txt</a:t>
            </a:r>
          </a:p>
          <a:p>
            <a:r>
              <a:rPr lang="zh-CN" sz="1600">
                <a:latin typeface="Consolas"/>
                <a:ea typeface="Microsoft YaHei"/>
              </a:rPr>
              <a:t>    │   └── package.xml</a:t>
            </a:r>
          </a:p>
          <a:p>
            <a:r>
              <a:rPr lang="zh-CN" sz="1600">
                <a:latin typeface="Consolas"/>
                <a:ea typeface="Microsoft YaHei"/>
              </a:rPr>
              <a:t>    ├── sensor_driver/</a:t>
            </a:r>
          </a:p>
          <a:p>
            <a:r>
              <a:rPr lang="zh-CN" sz="1600">
                <a:latin typeface="Consolas"/>
                <a:ea typeface="Microsoft YaHei"/>
              </a:rPr>
              <a:t>    │   ├── CMakeLists.txt</a:t>
            </a:r>
          </a:p>
          <a:p>
            <a:r>
              <a:rPr lang="zh-CN" sz="1600">
                <a:latin typeface="Consolas"/>
                <a:ea typeface="Microsoft YaHei"/>
              </a:rPr>
              <a:t>    │   └── package.xml</a:t>
            </a:r>
          </a:p>
          <a:p>
            <a:r>
              <a:rPr lang="zh-CN" sz="1600">
                <a:latin typeface="Consolas"/>
                <a:ea typeface="Microsoft YaHei"/>
              </a:rPr>
              <a:t>    └── robot_control/</a:t>
            </a:r>
          </a:p>
          <a:p>
            <a:r>
              <a:rPr lang="zh-CN" sz="1600">
                <a:latin typeface="Consolas"/>
                <a:ea typeface="Microsoft YaHei"/>
              </a:rPr>
              <a:t>        ├── CMakeLists.txt</a:t>
            </a:r>
          </a:p>
          <a:p>
            <a:r>
              <a:rPr lang="zh-CN" sz="1600">
                <a:latin typeface="Consolas"/>
                <a:ea typeface="Microsoft YaHei"/>
              </a:rPr>
              <a:t>        └── package.xml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这里有三个包，每个包都有两个需要关注的文件。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CMakeLists.txt 前面已经见过，用来描述怎么构建程序，比如编译哪些源文件、链接哪些库。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package.xml 用来记录包的信息和依赖，比如这个包叫什么、需要用到哪些其他包。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这些信息配置好以后，我们可以在工作空间的根目录统一构建：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cd catkin_ws</a:t>
            </a:r>
          </a:p>
          <a:p>
            <a:r>
              <a:rPr lang="zh-CN" sz="1600">
                <a:latin typeface="Consolas"/>
                <a:ea typeface="Microsoft YaHei"/>
              </a:rPr>
              <a:t>source /opt/ros/noetic/setup.bash</a:t>
            </a:r>
          </a:p>
          <a:p>
            <a:r>
              <a:rPr lang="zh-CN" sz="1600">
                <a:latin typeface="Consolas"/>
                <a:ea typeface="Microsoft YaHei"/>
              </a:rPr>
              <a:t>catkin_make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可以观察终端输出：catkin 会找到工作空间中的包，读取它们的依赖关系，再通过 CMake 和 Make 完成构建。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构建后，工作空间中会出现 build 和 devel 目录。build 存放构建过程中的文件，devel 中包含开发时使用的程序、库和环境配置。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接着执行：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source devel/setup.bash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这一步把当前工作空间加入终端环境，方便 ROS 找到我们刚构建的包和程序。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前面写过的 CMakeLists.txt 在这里还会继续使用。接下来我们打开一个具体的 ROS 包，看看里面增加了哪些 catkin 配置。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find_package(catkin REQUIRED COMPONENTS roscpp std_msgs)</a:t>
            </a:r>
          </a:p>
          <a:p>
            <a:r>
              <a:rPr lang="zh-CN" sz="1600">
                <a:latin typeface="Consolas"/>
                <a:ea typeface="Microsoft YaHei"/>
              </a:rPr>
              <a:t>catkin_package()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find_package() 查找 catkin 和当前包需要的组件。catkin_package() 声明当前包对外提供的信息。实际构建程序时，后面还要写目标、头文件路径和链接配置。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上面的三个包用于介绍大型代码库的组织方式。现场构建使用已经准备好的简单 Demo，进入 cmake_catkin_course/demos/05_catkin/workspace 后执行构建和环境配置命令。</a:t>
            </a:r>
          </a:p>
          <a:p>
            <a:r>
              <a:rPr lang="zh-CN" sz="1600">
                <a:latin typeface="Consolas"/>
                <a:ea typeface="Microsoft YaHei"/>
              </a:rPr>
              <a:t/>
            </a:r>
          </a:p>
          <a:p>
            <a:r>
              <a:rPr lang="zh-CN" sz="1600">
                <a:latin typeface="Consolas"/>
                <a:ea typeface="Microsoft YaHei"/>
              </a:rPr>
              <a:t>技术参考：catkin 工作空间实现</a:t>
            </a:r>
          </a:p>
          <a:p>
            <a:r>
              <a:rPr lang="zh-CN" sz="1600">
                <a:latin typeface="Consolas"/>
                <a:ea typeface="Microsoft YaHei"/>
              </a:rPr>
              <a:t>https://github.com/ros/catkin/blob/noetic-devel/cmake/catkin_workspace.cmake、catkin_package 配置</a:t>
            </a:r>
          </a:p>
          <a:p>
            <a:r>
              <a:rPr lang="zh-CN" sz="1600">
                <a:latin typeface="Consolas"/>
                <a:ea typeface="Microsoft YaHei"/>
              </a:rPr>
              <a:t>https://github.com/ros/catkin/blob/noetic-devel/cmake/catkin_package.cmake。</a:t>
            </a:r>
          </a:p>
        </p:txBody>
      </p:sp>
      <p:sp>
        <p:nvSpPr>
          <p:cNvPr id="214" name="TextShape 3"/>
          <p:cNvSpPr txBox="1"/>
          <p:nvPr/>
        </p:nvSpPr>
        <p:spPr>
          <a:xfrm>
            <a:off x="4021200" y="9721080"/>
            <a:ext cx="3075840" cy="511200"/>
          </a:xfrm>
          <a:prstGeom prst="rect">
            <a:avLst/>
          </a:prstGeom>
          <a:noFill/>
          <a:ln>
            <a:noFill/>
          </a:ln>
        </p:spPr>
        <p:txBody>
          <a:bodyPr lIns="99000" tIns="49680" rIns="99000" bIns="49680" anchor="b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324000" y="2023920"/>
            <a:ext cx="5577120" cy="4212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557712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ubTitle"/>
          </p:nvPr>
        </p:nvSpPr>
        <p:spPr>
          <a:xfrm>
            <a:off x="324000" y="1263240"/>
            <a:ext cx="11537640" cy="3525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32400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318204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324000" y="4224240"/>
            <a:ext cx="557712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557712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324000" y="4224240"/>
            <a:ext cx="557712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32400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318204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2209680" y="202392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4095720" y="202392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324000" y="422424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body"/>
          </p:nvPr>
        </p:nvSpPr>
        <p:spPr>
          <a:xfrm>
            <a:off x="2209680" y="422424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 type="body"/>
          </p:nvPr>
        </p:nvSpPr>
        <p:spPr>
          <a:xfrm>
            <a:off x="4095720" y="422424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324000" y="2023920"/>
            <a:ext cx="5577120" cy="4212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557712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ubTitle"/>
          </p:nvPr>
        </p:nvSpPr>
        <p:spPr>
          <a:xfrm>
            <a:off x="324000" y="1263240"/>
            <a:ext cx="11537640" cy="3525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32400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421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318204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324000" y="4224240"/>
            <a:ext cx="557712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557712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324000" y="4224240"/>
            <a:ext cx="557712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3182040" y="202392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body"/>
          </p:nvPr>
        </p:nvSpPr>
        <p:spPr>
          <a:xfrm>
            <a:off x="32400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3182040" y="4224240"/>
            <a:ext cx="272160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324000" y="202392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2209680" y="202392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4095720" y="202392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 type="body"/>
          </p:nvPr>
        </p:nvSpPr>
        <p:spPr>
          <a:xfrm>
            <a:off x="324000" y="422424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3" name="PlaceHolder 6"/>
          <p:cNvSpPr>
            <a:spLocks noGrp="1"/>
          </p:cNvSpPr>
          <p:nvPr>
            <p:ph type="body"/>
          </p:nvPr>
        </p:nvSpPr>
        <p:spPr>
          <a:xfrm>
            <a:off x="2209680" y="422424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4" name="PlaceHolder 7"/>
          <p:cNvSpPr>
            <a:spLocks noGrp="1"/>
          </p:cNvSpPr>
          <p:nvPr>
            <p:ph type="body"/>
          </p:nvPr>
        </p:nvSpPr>
        <p:spPr>
          <a:xfrm>
            <a:off x="4095720" y="4224240"/>
            <a:ext cx="1795680" cy="20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1"/>
          <p:cNvGrpSpPr/>
          <p:nvPr/>
        </p:nvGrpSpPr>
        <p:grpSpPr>
          <a:xfrm>
            <a:off x="-377640" y="-384840"/>
            <a:ext cx="12418560" cy="7159320"/>
            <a:chOff x="-377640" y="-384840"/>
            <a:chExt cx="12418560" cy="7159320"/>
          </a:xfrm>
        </p:grpSpPr>
        <p:sp>
          <p:nvSpPr>
            <p:cNvPr id="2" name="Line 2"/>
            <p:cNvSpPr/>
            <p:nvPr/>
          </p:nvSpPr>
          <p:spPr>
            <a:xfrm flipH="1">
              <a:off x="32148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 flipH="1">
              <a:off x="1185876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-377640" y="3426840"/>
              <a:ext cx="26244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-377640" y="762480"/>
              <a:ext cx="262800" cy="144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-377640" y="630468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-377640" y="623700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-377640" y="677448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 flipH="1">
              <a:off x="609408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-377640" y="619200"/>
              <a:ext cx="262800" cy="144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-377640" y="2020320"/>
              <a:ext cx="26244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-377640" y="483120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 flipH="1">
              <a:off x="141840" y="-384840"/>
              <a:ext cx="72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 flipH="1">
              <a:off x="1203984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4360" y="152280"/>
            <a:ext cx="11897640" cy="612360"/>
            <a:chOff x="144360" y="152280"/>
            <a:chExt cx="11897640" cy="612360"/>
          </a:xfrm>
        </p:grpSpPr>
        <p:sp>
          <p:nvSpPr>
            <p:cNvPr id="16" name="CustomShape 16"/>
            <p:cNvSpPr/>
            <p:nvPr/>
          </p:nvSpPr>
          <p:spPr>
            <a:xfrm>
              <a:off x="144360" y="152280"/>
              <a:ext cx="11896200" cy="4712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7" name="CustomShape 17"/>
            <p:cNvSpPr/>
            <p:nvPr/>
          </p:nvSpPr>
          <p:spPr>
            <a:xfrm>
              <a:off x="144360" y="597600"/>
              <a:ext cx="186120" cy="167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8" name="CustomShape 18"/>
            <p:cNvSpPr/>
            <p:nvPr/>
          </p:nvSpPr>
          <p:spPr>
            <a:xfrm>
              <a:off x="11855160" y="597600"/>
              <a:ext cx="186840" cy="167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" name="CustomShape 19"/>
          <p:cNvSpPr/>
          <p:nvPr/>
        </p:nvSpPr>
        <p:spPr>
          <a:xfrm>
            <a:off x="11536200" y="6300360"/>
            <a:ext cx="140760" cy="46800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36000" tIns="45000" rIns="36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800" b="0" strike="noStrike" spc="-1">
                <a:solidFill>
                  <a:srgbClr val="000000"/>
                </a:solidFill>
                <a:latin typeface="Arial" panose="020B0604020202020204"/>
              </a:rPr>
              <a:t>|</a:t>
            </a:r>
            <a:endParaRPr lang="en-US" sz="800" b="0" strike="noStrike" spc="-1">
              <a:latin typeface="Arial" panose="020B0604020202020204"/>
            </a:endParaRPr>
          </a:p>
        </p:txBody>
      </p:sp>
      <p:sp>
        <p:nvSpPr>
          <p:cNvPr id="20" name="CustomShape 20"/>
          <p:cNvSpPr/>
          <p:nvPr/>
        </p:nvSpPr>
        <p:spPr>
          <a:xfrm>
            <a:off x="10779120" y="6300360"/>
            <a:ext cx="140760" cy="46800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36000" tIns="45000" rIns="36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800" b="0" strike="noStrike" spc="-1">
                <a:solidFill>
                  <a:srgbClr val="000000"/>
                </a:solidFill>
                <a:latin typeface="Arial" panose="020B0604020202020204"/>
              </a:rPr>
              <a:t>|</a:t>
            </a:r>
            <a:endParaRPr lang="en-US" sz="800" b="0" strike="noStrike" spc="-1">
              <a:latin typeface="Arial" panose="020B0604020202020204"/>
            </a:endParaRPr>
          </a:p>
        </p:txBody>
      </p:sp>
      <p:sp>
        <p:nvSpPr>
          <p:cNvPr id="21" name="CustomShape 21"/>
          <p:cNvSpPr/>
          <p:nvPr/>
        </p:nvSpPr>
        <p:spPr>
          <a:xfrm>
            <a:off x="330840" y="203760"/>
            <a:ext cx="14817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Arial" panose="020B0604020202020204"/>
              </a:rPr>
              <a:t>DynamicX</a:t>
            </a: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22" name="图片 9"/>
          <p:cNvPicPr/>
          <p:nvPr/>
        </p:nvPicPr>
        <p:blipFill>
          <a:blip r:embed="rId14"/>
          <a:stretch>
            <a:fillRect/>
          </a:stretch>
        </p:blipFill>
        <p:spPr>
          <a:xfrm>
            <a:off x="317520" y="6380640"/>
            <a:ext cx="1347120" cy="315360"/>
          </a:xfrm>
          <a:prstGeom prst="rect">
            <a:avLst/>
          </a:prstGeom>
          <a:ln>
            <a:noFill/>
          </a:ln>
        </p:spPr>
      </p:pic>
      <p:pic>
        <p:nvPicPr>
          <p:cNvPr id="23" name="图片 10"/>
          <p:cNvPicPr/>
          <p:nvPr/>
        </p:nvPicPr>
        <p:blipFill>
          <a:blip r:embed="rId15"/>
          <a:stretch>
            <a:fillRect/>
          </a:stretch>
        </p:blipFill>
        <p:spPr>
          <a:xfrm>
            <a:off x="4310640" y="6359760"/>
            <a:ext cx="2180520" cy="363240"/>
          </a:xfrm>
          <a:prstGeom prst="rect">
            <a:avLst/>
          </a:prstGeom>
          <a:ln>
            <a:noFill/>
          </a:ln>
        </p:spPr>
      </p:pic>
      <p:pic>
        <p:nvPicPr>
          <p:cNvPr id="24" name="图片 12"/>
          <p:cNvPicPr/>
          <p:nvPr/>
        </p:nvPicPr>
        <p:blipFill>
          <a:blip r:embed="rId16"/>
          <a:stretch>
            <a:fillRect/>
          </a:stretch>
        </p:blipFill>
        <p:spPr>
          <a:xfrm>
            <a:off x="1812960" y="6447240"/>
            <a:ext cx="2307960" cy="191160"/>
          </a:xfrm>
          <a:prstGeom prst="rect">
            <a:avLst/>
          </a:prstGeom>
          <a:ln>
            <a:noFill/>
          </a:ln>
        </p:spPr>
      </p:pic>
      <p:pic>
        <p:nvPicPr>
          <p:cNvPr id="25" name="图片 35"/>
          <p:cNvPicPr/>
          <p:nvPr/>
        </p:nvPicPr>
        <p:blipFill>
          <a:blip r:embed="rId17"/>
          <a:stretch>
            <a:fillRect/>
          </a:stretch>
        </p:blipFill>
        <p:spPr>
          <a:xfrm>
            <a:off x="6628680" y="6380640"/>
            <a:ext cx="1856160" cy="309240"/>
          </a:xfrm>
          <a:prstGeom prst="rect">
            <a:avLst/>
          </a:prstGeom>
          <a:ln>
            <a:noFill/>
          </a:ln>
        </p:spPr>
      </p:pic>
      <p:pic>
        <p:nvPicPr>
          <p:cNvPr id="26" name="图片 37"/>
          <p:cNvPicPr/>
          <p:nvPr/>
        </p:nvPicPr>
        <p:blipFill>
          <a:blip r:embed="rId18"/>
          <a:stretch>
            <a:fillRect/>
          </a:stretch>
        </p:blipFill>
        <p:spPr>
          <a:xfrm>
            <a:off x="8494200" y="6462000"/>
            <a:ext cx="1284840" cy="213840"/>
          </a:xfrm>
          <a:prstGeom prst="rect">
            <a:avLst/>
          </a:prstGeom>
          <a:ln>
            <a:noFill/>
          </a:ln>
        </p:spPr>
      </p:pic>
      <p:sp>
        <p:nvSpPr>
          <p:cNvPr id="27" name="PlaceHolder 22"/>
          <p:cNvSpPr>
            <a:spLocks noGrp="1"/>
          </p:cNvSpPr>
          <p:nvPr>
            <p:ph type="title"/>
          </p:nvPr>
        </p:nvSpPr>
        <p:spPr>
          <a:xfrm>
            <a:off x="324000" y="4823280"/>
            <a:ext cx="11537640" cy="1013760"/>
          </a:xfrm>
          <a:prstGeom prst="rect">
            <a:avLst/>
          </a:prstGeom>
        </p:spPr>
        <p:txBody>
          <a:bodyPr lIns="144000" tIns="108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2800" b="1" strike="noStrike" spc="-1">
                <a:solidFill>
                  <a:srgbClr val="FFFFFF"/>
                </a:solidFill>
                <a:latin typeface="Arial" panose="020B0604020202020204"/>
              </a:rPr>
              <a:t>Add title</a:t>
            </a:r>
            <a:endParaRPr lang="de-DE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" name="PlaceHolder 23"/>
          <p:cNvSpPr>
            <a:spLocks noGrp="1"/>
          </p:cNvSpPr>
          <p:nvPr>
            <p:ph type="dt"/>
          </p:nvPr>
        </p:nvSpPr>
        <p:spPr>
          <a:xfrm>
            <a:off x="10916640" y="6308640"/>
            <a:ext cx="611640" cy="46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29" name="PlaceHolder 24"/>
          <p:cNvSpPr>
            <a:spLocks noGrp="1"/>
          </p:cNvSpPr>
          <p:nvPr>
            <p:ph type="ftr"/>
          </p:nvPr>
        </p:nvSpPr>
        <p:spPr>
          <a:xfrm>
            <a:off x="9997560" y="6308640"/>
            <a:ext cx="728640" cy="459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30" name="PlaceHolder 25"/>
          <p:cNvSpPr>
            <a:spLocks noGrp="1"/>
          </p:cNvSpPr>
          <p:nvPr>
            <p:ph type="sldNum"/>
          </p:nvPr>
        </p:nvSpPr>
        <p:spPr>
          <a:xfrm>
            <a:off x="11624760" y="6308640"/>
            <a:ext cx="354960" cy="46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31" name="PlaceHolder 26"/>
          <p:cNvSpPr>
            <a:spLocks noGrp="1"/>
          </p:cNvSpPr>
          <p:nvPr>
            <p:ph type="body"/>
          </p:nvPr>
        </p:nvSpPr>
        <p:spPr>
          <a:xfrm>
            <a:off x="324000" y="619200"/>
            <a:ext cx="11537640" cy="420408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Add a picture by dragging it onto the icon or by clicking on the icon</a:t>
            </a:r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1"/>
          <p:cNvGrpSpPr/>
          <p:nvPr/>
        </p:nvGrpSpPr>
        <p:grpSpPr>
          <a:xfrm>
            <a:off x="-377640" y="-384840"/>
            <a:ext cx="12418560" cy="7159320"/>
            <a:chOff x="-377640" y="-384840"/>
            <a:chExt cx="12418560" cy="7159320"/>
          </a:xfrm>
        </p:grpSpPr>
        <p:sp>
          <p:nvSpPr>
            <p:cNvPr id="68" name="Line 2"/>
            <p:cNvSpPr/>
            <p:nvPr/>
          </p:nvSpPr>
          <p:spPr>
            <a:xfrm flipH="1">
              <a:off x="32148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3"/>
            <p:cNvSpPr/>
            <p:nvPr/>
          </p:nvSpPr>
          <p:spPr>
            <a:xfrm flipH="1">
              <a:off x="1185876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4"/>
            <p:cNvSpPr/>
            <p:nvPr/>
          </p:nvSpPr>
          <p:spPr>
            <a:xfrm>
              <a:off x="-377640" y="3426840"/>
              <a:ext cx="26244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5"/>
            <p:cNvSpPr/>
            <p:nvPr/>
          </p:nvSpPr>
          <p:spPr>
            <a:xfrm>
              <a:off x="-377640" y="762480"/>
              <a:ext cx="262800" cy="144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6"/>
            <p:cNvSpPr/>
            <p:nvPr/>
          </p:nvSpPr>
          <p:spPr>
            <a:xfrm>
              <a:off x="-377640" y="630468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7"/>
            <p:cNvSpPr/>
            <p:nvPr/>
          </p:nvSpPr>
          <p:spPr>
            <a:xfrm>
              <a:off x="-377640" y="623700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8"/>
            <p:cNvSpPr/>
            <p:nvPr/>
          </p:nvSpPr>
          <p:spPr>
            <a:xfrm>
              <a:off x="-377640" y="677448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9"/>
            <p:cNvSpPr/>
            <p:nvPr/>
          </p:nvSpPr>
          <p:spPr>
            <a:xfrm flipH="1">
              <a:off x="609408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10"/>
            <p:cNvSpPr/>
            <p:nvPr/>
          </p:nvSpPr>
          <p:spPr>
            <a:xfrm>
              <a:off x="-377640" y="619200"/>
              <a:ext cx="262800" cy="144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11"/>
            <p:cNvSpPr/>
            <p:nvPr/>
          </p:nvSpPr>
          <p:spPr>
            <a:xfrm>
              <a:off x="-377640" y="2020320"/>
              <a:ext cx="26244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12"/>
            <p:cNvSpPr/>
            <p:nvPr/>
          </p:nvSpPr>
          <p:spPr>
            <a:xfrm>
              <a:off x="-377640" y="483120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13"/>
            <p:cNvSpPr/>
            <p:nvPr/>
          </p:nvSpPr>
          <p:spPr>
            <a:xfrm flipH="1">
              <a:off x="141840" y="-384840"/>
              <a:ext cx="72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14"/>
            <p:cNvSpPr/>
            <p:nvPr/>
          </p:nvSpPr>
          <p:spPr>
            <a:xfrm flipH="1">
              <a:off x="1203984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1" name="Group 15"/>
          <p:cNvGrpSpPr/>
          <p:nvPr/>
        </p:nvGrpSpPr>
        <p:grpSpPr>
          <a:xfrm>
            <a:off x="144360" y="152280"/>
            <a:ext cx="11897640" cy="612360"/>
            <a:chOff x="144360" y="152280"/>
            <a:chExt cx="11897640" cy="612360"/>
          </a:xfrm>
        </p:grpSpPr>
        <p:sp>
          <p:nvSpPr>
            <p:cNvPr id="82" name="CustomShape 16"/>
            <p:cNvSpPr/>
            <p:nvPr/>
          </p:nvSpPr>
          <p:spPr>
            <a:xfrm>
              <a:off x="144360" y="152280"/>
              <a:ext cx="11896200" cy="4712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83" name="CustomShape 17"/>
            <p:cNvSpPr/>
            <p:nvPr/>
          </p:nvSpPr>
          <p:spPr>
            <a:xfrm>
              <a:off x="144360" y="597600"/>
              <a:ext cx="186120" cy="167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84" name="CustomShape 18"/>
            <p:cNvSpPr/>
            <p:nvPr/>
          </p:nvSpPr>
          <p:spPr>
            <a:xfrm>
              <a:off x="11855160" y="597600"/>
              <a:ext cx="186840" cy="167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" name="CustomShape 19"/>
          <p:cNvSpPr/>
          <p:nvPr/>
        </p:nvSpPr>
        <p:spPr>
          <a:xfrm>
            <a:off x="11536200" y="6300360"/>
            <a:ext cx="140760" cy="46800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36000" tIns="45000" rIns="36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800" b="0" strike="noStrike" spc="-1">
                <a:solidFill>
                  <a:srgbClr val="000000"/>
                </a:solidFill>
                <a:latin typeface="Arial" panose="020B0604020202020204"/>
              </a:rPr>
              <a:t>|</a:t>
            </a:r>
            <a:endParaRPr lang="en-US" sz="800" b="0" strike="noStrike" spc="-1">
              <a:latin typeface="Arial" panose="020B0604020202020204"/>
            </a:endParaRPr>
          </a:p>
        </p:txBody>
      </p:sp>
      <p:sp>
        <p:nvSpPr>
          <p:cNvPr id="86" name="CustomShape 20"/>
          <p:cNvSpPr/>
          <p:nvPr/>
        </p:nvSpPr>
        <p:spPr>
          <a:xfrm>
            <a:off x="10779120" y="6300360"/>
            <a:ext cx="140760" cy="46800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36000" tIns="45000" rIns="36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800" b="0" strike="noStrike" spc="-1">
                <a:solidFill>
                  <a:srgbClr val="000000"/>
                </a:solidFill>
                <a:latin typeface="Arial" panose="020B0604020202020204"/>
              </a:rPr>
              <a:t>|</a:t>
            </a:r>
            <a:endParaRPr lang="en-US" sz="800" b="0" strike="noStrike" spc="-1">
              <a:latin typeface="Arial" panose="020B0604020202020204"/>
            </a:endParaRPr>
          </a:p>
        </p:txBody>
      </p:sp>
      <p:sp>
        <p:nvSpPr>
          <p:cNvPr id="87" name="CustomShape 21"/>
          <p:cNvSpPr/>
          <p:nvPr/>
        </p:nvSpPr>
        <p:spPr>
          <a:xfrm>
            <a:off x="330840" y="203760"/>
            <a:ext cx="14817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Arial" panose="020B0604020202020204"/>
              </a:rPr>
              <a:t>DynamicX</a:t>
            </a:r>
            <a:endParaRPr lang="en-US" sz="1800" b="0" strike="noStrike" spc="-1">
              <a:latin typeface="Arial" panose="020B0604020202020204"/>
            </a:endParaRPr>
          </a:p>
        </p:txBody>
      </p:sp>
      <p:pic>
        <p:nvPicPr>
          <p:cNvPr id="88" name="图片 9"/>
          <p:cNvPicPr/>
          <p:nvPr/>
        </p:nvPicPr>
        <p:blipFill>
          <a:blip r:embed="rId14"/>
          <a:stretch>
            <a:fillRect/>
          </a:stretch>
        </p:blipFill>
        <p:spPr>
          <a:xfrm>
            <a:off x="317520" y="6380640"/>
            <a:ext cx="1347120" cy="315360"/>
          </a:xfrm>
          <a:prstGeom prst="rect">
            <a:avLst/>
          </a:prstGeom>
          <a:ln>
            <a:noFill/>
          </a:ln>
        </p:spPr>
      </p:pic>
      <p:pic>
        <p:nvPicPr>
          <p:cNvPr id="89" name="图片 10"/>
          <p:cNvPicPr/>
          <p:nvPr/>
        </p:nvPicPr>
        <p:blipFill>
          <a:blip r:embed="rId15"/>
          <a:stretch>
            <a:fillRect/>
          </a:stretch>
        </p:blipFill>
        <p:spPr>
          <a:xfrm>
            <a:off x="4310640" y="6359760"/>
            <a:ext cx="2180520" cy="363240"/>
          </a:xfrm>
          <a:prstGeom prst="rect">
            <a:avLst/>
          </a:prstGeom>
          <a:ln>
            <a:noFill/>
          </a:ln>
        </p:spPr>
      </p:pic>
      <p:pic>
        <p:nvPicPr>
          <p:cNvPr id="90" name="图片 12"/>
          <p:cNvPicPr/>
          <p:nvPr/>
        </p:nvPicPr>
        <p:blipFill>
          <a:blip r:embed="rId16"/>
          <a:stretch>
            <a:fillRect/>
          </a:stretch>
        </p:blipFill>
        <p:spPr>
          <a:xfrm>
            <a:off x="1812960" y="6447240"/>
            <a:ext cx="2307960" cy="191160"/>
          </a:xfrm>
          <a:prstGeom prst="rect">
            <a:avLst/>
          </a:prstGeom>
          <a:ln>
            <a:noFill/>
          </a:ln>
        </p:spPr>
      </p:pic>
      <p:pic>
        <p:nvPicPr>
          <p:cNvPr id="91" name="图片 35"/>
          <p:cNvPicPr/>
          <p:nvPr/>
        </p:nvPicPr>
        <p:blipFill>
          <a:blip r:embed="rId17"/>
          <a:stretch>
            <a:fillRect/>
          </a:stretch>
        </p:blipFill>
        <p:spPr>
          <a:xfrm>
            <a:off x="6628680" y="6380640"/>
            <a:ext cx="1856160" cy="309240"/>
          </a:xfrm>
          <a:prstGeom prst="rect">
            <a:avLst/>
          </a:prstGeom>
          <a:ln>
            <a:noFill/>
          </a:ln>
        </p:spPr>
      </p:pic>
      <p:pic>
        <p:nvPicPr>
          <p:cNvPr id="92" name="图片 37"/>
          <p:cNvPicPr/>
          <p:nvPr/>
        </p:nvPicPr>
        <p:blipFill>
          <a:blip r:embed="rId18"/>
          <a:stretch>
            <a:fillRect/>
          </a:stretch>
        </p:blipFill>
        <p:spPr>
          <a:xfrm>
            <a:off x="8494200" y="6462000"/>
            <a:ext cx="1284840" cy="213840"/>
          </a:xfrm>
          <a:prstGeom prst="rect">
            <a:avLst/>
          </a:prstGeom>
          <a:ln>
            <a:noFill/>
          </a:ln>
        </p:spPr>
      </p:pic>
      <p:sp>
        <p:nvSpPr>
          <p:cNvPr id="93" name="PlaceHolder 22"/>
          <p:cNvSpPr>
            <a:spLocks noGrp="1"/>
          </p:cNvSpPr>
          <p:nvPr>
            <p:ph type="body"/>
          </p:nvPr>
        </p:nvSpPr>
        <p:spPr>
          <a:xfrm>
            <a:off x="324000" y="2023920"/>
            <a:ext cx="5577120" cy="4212720"/>
          </a:xfrm>
          <a:prstGeom prst="rect">
            <a:avLst/>
          </a:prstGeom>
        </p:spPr>
        <p:txBody>
          <a:bodyPr lIns="140400" tIns="0" rIns="0" bIns="0" anchor="ctr">
            <a:noAutofit/>
          </a:bodyPr>
          <a:lstStyle/>
          <a:p>
            <a:pPr marL="361950" indent="-361315">
              <a:lnSpc>
                <a:spcPct val="100000"/>
              </a:lnSpc>
              <a:spcBef>
                <a:spcPts val="5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First level</a:t>
            </a:r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7380" lvl="1" indent="-264795">
              <a:lnSpc>
                <a:spcPct val="100000"/>
              </a:lnSpc>
              <a:spcBef>
                <a:spcPts val="4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GB" sz="20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Second level</a:t>
            </a:r>
            <a:endParaRPr lang="de-DE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94080" lvl="2" indent="-266700">
              <a:lnSpc>
                <a:spcPct val="100000"/>
              </a:lnSpc>
              <a:spcBef>
                <a:spcPts val="4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GB" sz="18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Third level</a:t>
            </a:r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78230" lvl="3" indent="-177165">
              <a:lnSpc>
                <a:spcPct val="100000"/>
              </a:lnSpc>
              <a:spcBef>
                <a:spcPts val="4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GB" sz="16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Fourth level</a:t>
            </a:r>
            <a:endParaRPr lang="de-DE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4" name="PlaceHolder 23"/>
          <p:cNvSpPr>
            <a:spLocks noGrp="1"/>
          </p:cNvSpPr>
          <p:nvPr>
            <p:ph type="dt"/>
          </p:nvPr>
        </p:nvSpPr>
        <p:spPr>
          <a:xfrm>
            <a:off x="10916640" y="6308640"/>
            <a:ext cx="611640" cy="46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95" name="PlaceHolder 24"/>
          <p:cNvSpPr>
            <a:spLocks noGrp="1"/>
          </p:cNvSpPr>
          <p:nvPr>
            <p:ph type="ftr"/>
          </p:nvPr>
        </p:nvSpPr>
        <p:spPr>
          <a:xfrm>
            <a:off x="9997560" y="6308640"/>
            <a:ext cx="728640" cy="459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96" name="PlaceHolder 25"/>
          <p:cNvSpPr>
            <a:spLocks noGrp="1"/>
          </p:cNvSpPr>
          <p:nvPr>
            <p:ph type="sldNum"/>
          </p:nvPr>
        </p:nvSpPr>
        <p:spPr>
          <a:xfrm>
            <a:off x="11624760" y="6308640"/>
            <a:ext cx="354960" cy="46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97" name="PlaceHolder 26"/>
          <p:cNvSpPr>
            <a:spLocks noGrp="1"/>
          </p:cNvSpPr>
          <p:nvPr>
            <p:ph type="body"/>
          </p:nvPr>
        </p:nvSpPr>
        <p:spPr>
          <a:xfrm>
            <a:off x="6283800" y="2023920"/>
            <a:ext cx="5577120" cy="4212720"/>
          </a:xfrm>
          <a:prstGeom prst="rect">
            <a:avLst/>
          </a:prstGeom>
        </p:spPr>
        <p:txBody>
          <a:bodyPr lIns="140400" tIns="0" rIns="0" bIns="0" anchor="ctr">
            <a:noAutofit/>
          </a:bodyPr>
          <a:lstStyle/>
          <a:p>
            <a:pPr marL="361950" indent="-361315">
              <a:lnSpc>
                <a:spcPct val="100000"/>
              </a:lnSpc>
              <a:spcBef>
                <a:spcPts val="5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First level</a:t>
            </a:r>
            <a:endParaRPr lang="de-DE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7380" lvl="1" indent="-264795">
              <a:lnSpc>
                <a:spcPct val="100000"/>
              </a:lnSpc>
              <a:spcBef>
                <a:spcPts val="4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GB" sz="20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Second level</a:t>
            </a:r>
            <a:endParaRPr lang="de-DE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94080" lvl="2" indent="-266700">
              <a:lnSpc>
                <a:spcPct val="100000"/>
              </a:lnSpc>
              <a:spcBef>
                <a:spcPts val="4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GB" sz="18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Third level</a:t>
            </a:r>
            <a:endParaRPr lang="de-DE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78230" lvl="3" indent="-177165">
              <a:lnSpc>
                <a:spcPct val="100000"/>
              </a:lnSpc>
              <a:spcBef>
                <a:spcPts val="400"/>
              </a:spcBef>
              <a:buClr>
                <a:srgbClr val="1269B0"/>
              </a:buClr>
              <a:buFont typeface="Wingdings" panose="05000000000000000000" pitchFamily="2" charset="2"/>
              <a:buChar char=""/>
            </a:pPr>
            <a:r>
              <a:rPr lang="en-GB" sz="1600" b="0" strike="noStrike" spc="-1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Fourth level</a:t>
            </a:r>
            <a:endParaRPr lang="de-DE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8" name="PlaceHolder 27"/>
          <p:cNvSpPr>
            <a:spLocks noGrp="1"/>
          </p:cNvSpPr>
          <p:nvPr>
            <p:ph type="title"/>
          </p:nvPr>
        </p:nvSpPr>
        <p:spPr>
          <a:xfrm>
            <a:off x="324000" y="1263240"/>
            <a:ext cx="11537640" cy="760320"/>
          </a:xfrm>
          <a:prstGeom prst="rect">
            <a:avLst/>
          </a:prstGeom>
        </p:spPr>
        <p:txBody>
          <a:bodyPr lIns="144000" tIns="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2800" b="1" strike="noStrike" spc="-1">
                <a:solidFill>
                  <a:srgbClr val="000000"/>
                </a:solidFill>
                <a:latin typeface="Arial" panose="020B0604020202020204"/>
              </a:rPr>
              <a:t>Add title</a:t>
            </a:r>
            <a:endParaRPr lang="de-DE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cover-wide-background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2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CustomShape 1"/>
          <p:cNvSpPr/>
          <p:nvPr/>
        </p:nvSpPr>
        <p:spPr>
          <a:xfrm>
            <a:off x="324000" y="5138640"/>
            <a:ext cx="11537640" cy="1013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lstStyle/>
          <a:p>
            <a:endParaRPr lang="zh-CN" altLang="en-US"/>
          </a:p>
        </p:txBody>
      </p:sp>
      <p:sp>
        <p:nvSpPr>
          <p:cNvPr id="142" name="CustomShape 2"/>
          <p:cNvSpPr/>
          <p:nvPr/>
        </p:nvSpPr>
        <p:spPr>
          <a:xfrm>
            <a:off x="324000" y="4825440"/>
            <a:ext cx="11537640" cy="1013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lstStyle/>
          <a:p>
            <a:endParaRPr lang="zh-CN" altLang="en-US"/>
          </a:p>
        </p:txBody>
      </p:sp>
      <p:sp>
        <p:nvSpPr>
          <p:cNvPr id="143" name="TextShape 3"/>
          <p:cNvSpPr txBox="1"/>
          <p:nvPr/>
        </p:nvSpPr>
        <p:spPr>
          <a:xfrm>
            <a:off x="9997560" y="6308640"/>
            <a:ext cx="728640" cy="459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800" b="0" strike="noStrike" spc="-1">
                <a:solidFill>
                  <a:srgbClr val="000000"/>
                </a:solidFill>
                <a:latin typeface="Arial" panose="020B0604020202020204"/>
              </a:rPr>
              <a:t>D</a:t>
            </a:r>
            <a:r>
              <a:rPr lang="en-US" sz="800" b="0" strike="noStrike" spc="-1">
                <a:solidFill>
                  <a:srgbClr val="000000"/>
                </a:solidFill>
                <a:latin typeface="Arial" panose="020B0604020202020204"/>
              </a:rPr>
              <a:t>ynamicX</a:t>
            </a:r>
            <a:endParaRPr lang="en-US" sz="800" b="0" strike="noStrike" spc="-1">
              <a:latin typeface="Times New Roman" panose="02020603050405020304"/>
            </a:endParaRPr>
          </a:p>
        </p:txBody>
      </p:sp>
      <p:sp>
        <p:nvSpPr>
          <p:cNvPr id="144" name="TextShape 4"/>
          <p:cNvSpPr txBox="1"/>
          <p:nvPr/>
        </p:nvSpPr>
        <p:spPr>
          <a:xfrm>
            <a:off x="11624760" y="6308640"/>
            <a:ext cx="354960" cy="46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145" name="TextShape 5"/>
          <p:cNvSpPr txBox="1"/>
          <p:nvPr/>
        </p:nvSpPr>
        <p:spPr>
          <a:xfrm>
            <a:off x="324000" y="4823280"/>
            <a:ext cx="11537640" cy="1013760"/>
          </a:xfrm>
          <a:prstGeom prst="rect">
            <a:avLst/>
          </a:prstGeom>
          <a:solidFill>
            <a:srgbClr val="1269B0"/>
          </a:solidFill>
          <a:ln>
            <a:noFill/>
          </a:ln>
        </p:spPr>
        <p:txBody>
          <a:bodyPr lIns="144000" tIns="108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800" b="1" strike="noStrike" spc="-1" dirty="0">
                <a:solidFill>
                  <a:srgbClr val="FFFFFF"/>
                </a:solidFill>
                <a:latin typeface="Arial" panose="020B0604020202020204"/>
              </a:rPr>
              <a:t>广东工业大学</a:t>
            </a:r>
            <a:r>
              <a:rPr lang="en-US" sz="2800" b="1" strike="noStrike" spc="-1" dirty="0" err="1">
                <a:solidFill>
                  <a:srgbClr val="FFFFFF"/>
                </a:solidFill>
                <a:latin typeface="Arial" panose="020B0604020202020204"/>
              </a:rPr>
              <a:t>DynamicX</a:t>
            </a:r>
            <a:r>
              <a:rPr lang="zh-CN" sz="2800" b="1" strike="noStrike" spc="-1" dirty="0">
                <a:solidFill>
                  <a:srgbClr val="FFFFFF"/>
                </a:solidFill>
                <a:latin typeface="Arial" panose="020B0604020202020204"/>
              </a:rPr>
              <a:t>机器人队通</a:t>
            </a:r>
            <a:r>
              <a:rPr lang="zh-CN" sz="2800" b="1" strike="noStrike" spc="-1">
                <a:solidFill>
                  <a:srgbClr val="FFFFFF"/>
                </a:solidFill>
                <a:latin typeface="Arial" panose="020B0604020202020204"/>
              </a:rPr>
              <a:t>识第</a:t>
            </a:r>
            <a:r>
              <a:rPr lang="zh-CN" altLang="en-US" sz="2800" b="1" strike="noStrike" spc="-1">
                <a:solidFill>
                  <a:srgbClr val="FFFFFF"/>
                </a:solidFill>
                <a:latin typeface="Arial" panose="020B0604020202020204"/>
              </a:rPr>
              <a:t>二</a:t>
            </a:r>
            <a:r>
              <a:rPr lang="zh-CN" sz="2800" b="1" strike="noStrike" spc="-1">
                <a:solidFill>
                  <a:srgbClr val="FFFFFF"/>
                </a:solidFill>
                <a:latin typeface="Arial" panose="020B0604020202020204"/>
              </a:rPr>
              <a:t>课</a:t>
            </a:r>
            <a:br>
              <a:rPr lang="zh-CN" sz="2800" b="1" strike="noStrike" spc="-1" dirty="0">
                <a:solidFill>
                  <a:srgbClr val="FFFFFF"/>
                </a:solidFill>
                <a:latin typeface="Arial" panose="020B0604020202020204"/>
              </a:rPr>
            </a:br>
            <a:r>
              <a:rPr lang="en-US" sz="2400" b="1" strike="noStrike" spc="-1" dirty="0" err="1">
                <a:solidFill>
                  <a:srgbClr val="FFFFFF"/>
                </a:solidFill>
                <a:latin typeface="Arial" panose="020B0604020202020204"/>
              </a:rPr>
              <a:t>cmake</a:t>
            </a:r>
            <a:r>
              <a:rPr lang="zh-CN" sz="2400" b="1" strike="noStrike" spc="-1" dirty="0">
                <a:solidFill>
                  <a:srgbClr val="FFFFFF"/>
                </a:solidFill>
                <a:latin typeface="Arial" panose="020B0604020202020204"/>
              </a:rPr>
              <a:t>与</a:t>
            </a:r>
            <a:r>
              <a:rPr lang="en-US" sz="2400" b="1" strike="noStrike" spc="-1" dirty="0">
                <a:solidFill>
                  <a:srgbClr val="FFFFFF"/>
                </a:solidFill>
                <a:latin typeface="Arial" panose="020B0604020202020204"/>
              </a:rPr>
              <a:t>catkin  </a:t>
            </a:r>
            <a:r>
              <a:rPr lang="zh-CN" altLang="en-US" sz="2400" b="1" strike="noStrike" spc="-1" dirty="0">
                <a:solidFill>
                  <a:srgbClr val="FFFFFF"/>
                </a:solidFill>
                <a:latin typeface="Arial" panose="020B0604020202020204"/>
              </a:rPr>
              <a:t>大模型使用入门</a:t>
            </a:r>
            <a:endParaRPr lang="en-US" sz="2400" b="1" strike="noStrike" spc="-1" dirty="0">
              <a:solidFill>
                <a:srgbClr val="FFFFFF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de-DE" sz="2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6" name="TextShape 6"/>
          <p:cNvSpPr txBox="1"/>
          <p:nvPr/>
        </p:nvSpPr>
        <p:spPr>
          <a:xfrm>
            <a:off x="324000" y="5809680"/>
            <a:ext cx="11537640" cy="427320"/>
          </a:xfrm>
          <a:prstGeom prst="rect">
            <a:avLst/>
          </a:prstGeom>
          <a:solidFill>
            <a:srgbClr val="1269B0"/>
          </a:solidFill>
          <a:ln>
            <a:noFill/>
          </a:ln>
        </p:spPr>
        <p:txBody>
          <a:bodyPr lIns="144000" tIns="0" rIns="144000" bIns="108000" anchor="b">
            <a:no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rgbClr val="FFFFFF"/>
                </a:solidFill>
                <a:latin typeface="Arial" panose="020B0604020202020204"/>
              </a:rPr>
              <a:t>  </a:t>
            </a:r>
            <a:endParaRPr lang="en-US" sz="1800" b="0" strike="noStrike" spc="-1">
              <a:latin typeface="Arial" panose="020B0604020202020204"/>
            </a:endParaRPr>
          </a:p>
        </p:txBody>
      </p:sp>
      <p:sp>
        <p:nvSpPr>
          <p:cNvPr id="147" name="TextShape 7"/>
          <p:cNvSpPr txBox="1"/>
          <p:nvPr/>
        </p:nvSpPr>
        <p:spPr>
          <a:xfrm>
            <a:off x="10916640" y="6308640"/>
            <a:ext cx="611640" cy="46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pic xmlns:a="http://schemas.openxmlformats.org/drawingml/2006/main" xmlns:ns2="http://schemas.microsoft.com/office/drawing/2014/main" xmlns:p="http://schemas.openxmlformats.org/presentationml/2006/main" xmlns:r="http://schemas.openxmlformats.org/officeDocument/2006/relationships">
        <p:nvPicPr>
          <p:cNvPr id="148" name="图片占位符 15">
            <a:extLst>
              <a:ext uri="{FF2B5EF4-FFF2-40B4-BE49-F238E27FC236}">
                <ns2:creationId id="{5724A344-7635-40CC-BBC1-AF5EE29662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00" t="6000" r="6500" b="7000"/>
          <a:stretch>
            <a:fillRect l="0" t="0" r="0" b="0"/>
          </a:stretch>
        </p:blipFill>
        <p:spPr>
          <a:xfrm>
            <a:off x="324000" y="619200"/>
            <a:ext cx="11537640" cy="4204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 name="单个文件编译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title">
            <a:extLst>
              <a:ext uri="{FF2B5EF4-FFF2-40B4-BE49-F238E27FC236}">
                <ns2:creationId id="{2CD04708-207B-4E38-8821-A7C43912BDBD}"/>
              </a:ext>
            </a:extLst>
          </p:cNvPr>
          <p:cNvSpPr>
            <a:spLocks noGrp="1"/>
          </p:cNvSpPr>
          <p:nvPr/>
        </p:nvSpPr>
        <p:spPr>
          <a:xfrm>
            <a:off x="476250" y="1076325"/>
            <a:ext cx="112395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单个文件编译</a:t>
            </a:r>
          </a:p>
        </p:txBody>
      </p:sp>
      <p:sp>
        <p:nvSpPr>
          <p:cNvPr id="2" name="body-1">
            <a:extLst>
              <a:ext uri="{FF2B5EF4-FFF2-40B4-BE49-F238E27FC236}">
                <ns2:creationId id="{9A8B0732-21D8-4EDD-9F73-9570F6AEA1A9}"/>
              </a:ext>
            </a:extLst>
          </p:cNvPr>
          <p:cNvSpPr>
            <a:spLocks noGrp="1"/>
          </p:cNvSpPr>
          <p:nvPr/>
        </p:nvSpPr>
        <p:spPr>
          <a:xfrm>
            <a:off x="590550" y="1885950"/>
            <a:ext cx="50958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974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main.cpp</a:t>
            </a:r>
          </a:p>
        </p:txBody>
      </p:sp>
      <p:sp>
        <p:nvSpPr>
          <p:cNvPr id="3" name="body-2">
            <a:extLst>
              <a:ext uri="{FF2B5EF4-FFF2-40B4-BE49-F238E27FC236}">
                <ns2:creationId id="{143E6E8F-DC26-4D5F-BCAC-73590A8427A1}"/>
              </a:ext>
            </a:extLst>
          </p:cNvPr>
          <p:cNvSpPr>
            <a:spLocks noGrp="1"/>
          </p:cNvSpPr>
          <p:nvPr/>
        </p:nvSpPr>
        <p:spPr>
          <a:xfrm>
            <a:off x="590550" y="2282190"/>
            <a:ext cx="5524500" cy="297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#include &lt;iostream&gt;</a:t>
            </a:r>
          </a:p>
          <a:p>
            <a:r>
              <a:t/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int add(int a, int b) {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return a + b;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}</a:t>
            </a:r>
          </a:p>
          <a:p>
            <a:r>
              <a:t/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int main() {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std::cout &lt;&lt; add(1, 2) &lt;&lt; std::endl;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return 0;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}</a:t>
            </a:r>
          </a:p>
        </p:txBody>
      </p:sp>
      <p:sp>
        <p:nvSpPr>
          <p:cNvPr id="4" name="body-3">
            <a:extLst>
              <a:ext uri="{FF2B5EF4-FFF2-40B4-BE49-F238E27FC236}">
                <ns2:creationId id="{3D4C0912-3E46-4C81-B0DF-6FF95E847623}"/>
              </a:ext>
            </a:extLst>
          </p:cNvPr>
          <p:cNvSpPr>
            <a:spLocks noGrp="1"/>
          </p:cNvSpPr>
          <p:nvPr/>
        </p:nvSpPr>
        <p:spPr>
          <a:xfrm>
            <a:off x="6286500" y="1885950"/>
            <a:ext cx="52863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974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编译并链接，生成可执行文件</a:t>
            </a:r>
          </a:p>
        </p:txBody>
      </p:sp>
      <p:sp>
        <p:nvSpPr>
          <p:cNvPr id="5" name="body-4">
            <a:extLst>
              <a:ext uri="{FF2B5EF4-FFF2-40B4-BE49-F238E27FC236}">
                <ns2:creationId id="{5468D06D-B916-4EF0-A940-BB4EDA7009EB}"/>
              </a:ext>
            </a:extLst>
          </p:cNvPr>
          <p:cNvSpPr>
            <a:spLocks noGrp="1"/>
          </p:cNvSpPr>
          <p:nvPr/>
        </p:nvSpPr>
        <p:spPr>
          <a:xfrm>
            <a:off x="6286500" y="2343150"/>
            <a:ext cx="5286375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83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g++ main.cpp -o demo</a:t>
            </a:r>
          </a:p>
          <a:p>
            <a:pPr algn="l">
              <a:lnSpc>
                <a:spcPct val="100000"/>
              </a:lnSpc>
              <a:buNone/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83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./demo</a:t>
            </a:r>
          </a:p>
        </p:txBody>
      </p:sp>
      <p:sp>
        <p:nvSpPr>
          <p:cNvPr id="6" name="body-5">
            <a:extLst>
              <a:ext uri="{FF2B5EF4-FFF2-40B4-BE49-F238E27FC236}">
                <ns2:creationId id="{01CA292F-0BA2-45AF-9838-AE0272967DEB}"/>
              </a:ext>
            </a:extLst>
          </p:cNvPr>
          <p:cNvSpPr>
            <a:spLocks noGrp="1"/>
          </p:cNvSpPr>
          <p:nvPr/>
        </p:nvSpPr>
        <p:spPr>
          <a:xfrm>
            <a:off x="6286500" y="3448050"/>
            <a:ext cx="52863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974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分开执行编译与链接</a:t>
            </a:r>
          </a:p>
        </p:txBody>
      </p:sp>
      <p:sp>
        <p:nvSpPr>
          <p:cNvPr id="7" name="body-6">
            <a:extLst>
              <a:ext uri="{FF2B5EF4-FFF2-40B4-BE49-F238E27FC236}">
                <ns2:creationId id="{2C9369E1-AA99-4636-BA5C-28E703041359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5286375" cy="9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83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g++ -c main.cpp -o main.o</a:t>
            </a:r>
          </a:p>
          <a:p>
            <a:pPr algn="l">
              <a:lnSpc>
                <a:spcPct val="100000"/>
              </a:lnSpc>
              <a:buNone/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83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g++ main.o -o demo</a:t>
            </a:r>
          </a:p>
          <a:p>
            <a:pPr algn="l">
              <a:lnSpc>
                <a:spcPct val="100000"/>
              </a:lnSpc>
              <a:buNone/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83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./demo</a:t>
            </a:r>
          </a:p>
        </p:txBody>
      </p:sp>
      <p:sp>
        <p:nvSpPr>
          <p:cNvPr id="8" name="body-7">
            <a:extLst>
              <a:ext uri="{FF2B5EF4-FFF2-40B4-BE49-F238E27FC236}">
                <ns2:creationId id="{CE5BF333-9635-4469-8384-9FCA93EB274C}"/>
              </a:ext>
            </a:extLst>
          </p:cNvPr>
          <p:cNvSpPr>
            <a:spLocks noGrp="1"/>
          </p:cNvSpPr>
          <p:nvPr/>
        </p:nvSpPr>
        <p:spPr>
          <a:xfrm>
            <a:off x="590550" y="5566410"/>
            <a:ext cx="109918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904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main.cpp 编译得到 main.o，链接后得到 demo。</a:t>
            </a:r>
          </a:p>
        </p:txBody>
      </p:sp>
    </p:spTree>
    <p:extLst>
      <p:ext uri="{BB962C8B-B14F-4D97-AF65-F5344CB8AC3E}">
        <ns3:creationId val="1350775458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 name="多个文件编译：Make 和 Makefi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title">
            <a:extLst>
              <a:ext uri="{FF2B5EF4-FFF2-40B4-BE49-F238E27FC236}">
                <ns2:creationId id="{0872C56C-80C1-435E-9F3C-775B3B2B19B8}"/>
              </a:ext>
            </a:extLst>
          </p:cNvPr>
          <p:cNvSpPr>
            <a:spLocks noGrp="1"/>
          </p:cNvSpPr>
          <p:nvPr/>
        </p:nvSpPr>
        <p:spPr>
          <a:xfrm>
            <a:off x="476250" y="1076325"/>
            <a:ext cx="112395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多个文件编译：Make 和 Makefile</a:t>
            </a:r>
          </a:p>
        </p:txBody>
      </p:sp>
      <p:sp>
        <p:nvSpPr>
          <p:cNvPr id="2" name="body-1">
            <a:extLst>
              <a:ext uri="{FF2B5EF4-FFF2-40B4-BE49-F238E27FC236}">
                <ns2:creationId id="{142395DE-2090-44B4-BB4A-1CB1CC059250}"/>
              </a:ext>
            </a:extLst>
          </p:cNvPr>
          <p:cNvSpPr>
            <a:spLocks noGrp="1"/>
          </p:cNvSpPr>
          <p:nvPr/>
        </p:nvSpPr>
        <p:spPr>
          <a:xfrm>
            <a:off x="590550" y="1885950"/>
            <a:ext cx="1099185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974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main.cpp 调用，add.h 声明，add.cpp 实现。</a:t>
            </a:r>
          </a:p>
        </p:txBody>
      </p:sp>
      <p:sp>
        <p:nvSpPr>
          <p:cNvPr id="3" name="body-2">
            <a:extLst>
              <a:ext uri="{FF2B5EF4-FFF2-40B4-BE49-F238E27FC236}">
                <ns2:creationId id="{D7F90F60-A83E-4F52-AC82-D703E72B3490}"/>
              </a:ext>
            </a:extLst>
          </p:cNvPr>
          <p:cNvSpPr>
            <a:spLocks noGrp="1"/>
          </p:cNvSpPr>
          <p:nvPr/>
        </p:nvSpPr>
        <p:spPr>
          <a:xfrm>
            <a:off x="590550" y="2381250"/>
            <a:ext cx="5095875" cy="1924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// add.h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int add(int a, int b);</a:t>
            </a:r>
          </a:p>
          <a:p>
            <a:r>
              <a:t/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// add.cpp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int add(int a, int b) {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return a + b;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}</a:t>
            </a:r>
          </a:p>
        </p:txBody>
      </p:sp>
      <p:sp>
        <p:nvSpPr>
          <p:cNvPr id="4" name="body-3">
            <a:extLst>
              <a:ext uri="{FF2B5EF4-FFF2-40B4-BE49-F238E27FC236}">
                <ns2:creationId id="{B429AA60-C2BB-4A8C-B7D6-F94F0D16AD59}"/>
              </a:ext>
            </a:extLst>
          </p:cNvPr>
          <p:cNvSpPr>
            <a:spLocks noGrp="1"/>
          </p:cNvSpPr>
          <p:nvPr/>
        </p:nvSpPr>
        <p:spPr>
          <a:xfrm>
            <a:off x="590550" y="4476750"/>
            <a:ext cx="5095875" cy="952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83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g++ -c main.cpp</a:t>
            </a:r>
          </a:p>
          <a:p>
            <a:pPr algn="l">
              <a:lnSpc>
                <a:spcPct val="100000"/>
              </a:lnSpc>
              <a:buNone/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83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g++ -c add.cpp</a:t>
            </a:r>
          </a:p>
          <a:p>
            <a:pPr algn="l">
              <a:lnSpc>
                <a:spcPct val="100000"/>
              </a:lnSpc>
              <a:buNone/>
              <a:defRPr sz="183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83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g++ main.o add.o -o demo</a:t>
            </a:r>
          </a:p>
        </p:txBody>
      </p:sp>
      <p:sp>
        <p:nvSpPr>
          <p:cNvPr id="5" name="body-4">
            <a:extLst>
              <a:ext uri="{FF2B5EF4-FFF2-40B4-BE49-F238E27FC236}">
                <ns2:creationId id="{EFF63DCC-F9A7-4831-A87C-35039A0D640F}"/>
              </a:ext>
            </a:extLst>
          </p:cNvPr>
          <p:cNvSpPr>
            <a:spLocks noGrp="1"/>
          </p:cNvSpPr>
          <p:nvPr/>
        </p:nvSpPr>
        <p:spPr>
          <a:xfrm>
            <a:off x="6286500" y="2381250"/>
            <a:ext cx="5286375" cy="2514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# Makefile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demo: main.o add.o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	g++ main.o add.o -o demo</a:t>
            </a:r>
          </a:p>
          <a:p>
            <a:r>
              <a:t/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main.o: main.cpp add.h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	g++ -c main.cpp</a:t>
            </a:r>
          </a:p>
          <a:p>
            <a:r>
              <a:t/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add.o: add.cpp add.h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	g++ -c add.cpp</a:t>
            </a:r>
          </a:p>
        </p:txBody>
      </p:sp>
      <p:sp>
        <p:nvSpPr>
          <p:cNvPr id="6" name="body-5">
            <a:extLst>
              <a:ext uri="{FF2B5EF4-FFF2-40B4-BE49-F238E27FC236}">
                <ns2:creationId id="{7E633690-9826-4A5F-AE8B-995425273011}"/>
              </a:ext>
            </a:extLst>
          </p:cNvPr>
          <p:cNvSpPr>
            <a:spLocks noGrp="1"/>
          </p:cNvSpPr>
          <p:nvPr/>
        </p:nvSpPr>
        <p:spPr>
          <a:xfrm>
            <a:off x="6286500" y="4972050"/>
            <a:ext cx="5286375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make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./demo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make</a:t>
            </a:r>
          </a:p>
        </p:txBody>
      </p:sp>
      <p:sp>
        <p:nvSpPr>
          <p:cNvPr id="7" name="body-6">
            <a:extLst>
              <a:ext uri="{FF2B5EF4-FFF2-40B4-BE49-F238E27FC236}">
                <ns2:creationId id="{070C146C-8034-4DFA-BF25-B6D2C250A10D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09918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3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1763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1763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1763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1763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1763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1763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1763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1763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1763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1763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763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Make 按依赖执行命令。Makefile 命令行以 Tab 开头。</a:t>
            </a:r>
          </a:p>
        </p:txBody>
      </p:sp>
    </p:spTree>
    <p:extLst>
      <p:ext uri="{BB962C8B-B14F-4D97-AF65-F5344CB8AC3E}">
        <ns3:creationId val="2130784584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 name="文件越来越多：CMak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title">
            <a:extLst>
              <a:ext uri="{FF2B5EF4-FFF2-40B4-BE49-F238E27FC236}">
                <ns2:creationId id="{9DDCCCDF-E6F9-43A4-BB2E-73C07A3B7DD3}"/>
              </a:ext>
            </a:extLst>
          </p:cNvPr>
          <p:cNvSpPr>
            <a:spLocks noGrp="1"/>
          </p:cNvSpPr>
          <p:nvPr/>
        </p:nvSpPr>
        <p:spPr>
          <a:xfrm>
            <a:off x="476250" y="1076325"/>
            <a:ext cx="112395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文件越来越多：CMake</a:t>
            </a:r>
          </a:p>
        </p:txBody>
      </p:sp>
      <p:sp>
        <p:nvSpPr>
          <p:cNvPr id="2" name="body-1">
            <a:extLst>
              <a:ext uri="{FF2B5EF4-FFF2-40B4-BE49-F238E27FC236}">
                <ns2:creationId id="{E28091F0-DE1E-470D-AD52-EC53DF64404C}"/>
              </a:ext>
            </a:extLst>
          </p:cNvPr>
          <p:cNvSpPr>
            <a:spLocks noGrp="1"/>
          </p:cNvSpPr>
          <p:nvPr/>
        </p:nvSpPr>
        <p:spPr>
          <a:xfrm>
            <a:off x="590550" y="1885950"/>
            <a:ext cx="109918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974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文件和依赖增加后，需要维护更多 Makefile 规则。</a:t>
            </a:r>
          </a:p>
          <a:p>
            <a:pPr algn="l">
              <a:lnSpc>
                <a:spcPct val="110000"/>
              </a:lnSpc>
              <a:buNone/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974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用 CMakeLists.txt 描述项目，交给 CMake 生成构建文件。</a:t>
            </a:r>
          </a:p>
        </p:txBody>
      </p:sp>
      <p:sp>
        <p:nvSpPr>
          <p:cNvPr id="3" name="body-2">
            <a:extLst>
              <a:ext uri="{FF2B5EF4-FFF2-40B4-BE49-F238E27FC236}">
                <ns2:creationId id="{9A473C4F-C45D-4D5C-9F93-184C2F58BCC5}"/>
              </a:ext>
            </a:extLst>
          </p:cNvPr>
          <p:cNvSpPr>
            <a:spLocks noGrp="1"/>
          </p:cNvSpPr>
          <p:nvPr/>
        </p:nvSpPr>
        <p:spPr>
          <a:xfrm>
            <a:off x="590550" y="2952750"/>
            <a:ext cx="10991850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974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# CMakeLists.txt</a:t>
            </a:r>
          </a:p>
          <a:p>
            <a:pPr algn="l">
              <a:lnSpc>
                <a:spcPct val="100000"/>
              </a:lnSpc>
              <a:buNone/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974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cmake_minimum_required(VERSION 3.16)</a:t>
            </a:r>
          </a:p>
          <a:p>
            <a:pPr algn="l">
              <a:lnSpc>
                <a:spcPct val="100000"/>
              </a:lnSpc>
              <a:buNone/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974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project(add_demo)</a:t>
            </a:r>
          </a:p>
          <a:p>
            <a:pPr algn="l">
              <a:lnSpc>
                <a:spcPct val="100000"/>
              </a:lnSpc>
              <a:buNone/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974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add_executable(demo main.cpp add.cpp)</a:t>
            </a:r>
          </a:p>
        </p:txBody>
      </p:sp>
      <p:sp>
        <p:nvSpPr>
          <p:cNvPr id="4" name="body-3">
            <a:extLst>
              <a:ext uri="{FF2B5EF4-FFF2-40B4-BE49-F238E27FC236}">
                <ns2:creationId id="{2E2C519E-80A5-45DB-805D-6B28CF75354E}"/>
              </a:ext>
            </a:extLst>
          </p:cNvPr>
          <p:cNvSpPr>
            <a:spLocks noGrp="1"/>
          </p:cNvSpPr>
          <p:nvPr/>
        </p:nvSpPr>
        <p:spPr>
          <a:xfrm>
            <a:off x="590550" y="4514850"/>
            <a:ext cx="10991850" cy="9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974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cmake -S . -B build -G "Unix Makefiles"</a:t>
            </a:r>
          </a:p>
          <a:p>
            <a:pPr algn="l">
              <a:lnSpc>
                <a:spcPct val="100000"/>
              </a:lnSpc>
              <a:buNone/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974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cmake --build build</a:t>
            </a:r>
          </a:p>
          <a:p>
            <a:pPr algn="l">
              <a:lnSpc>
                <a:spcPct val="100000"/>
              </a:lnSpc>
              <a:buNone/>
              <a:defRPr sz="1974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974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./build/demo</a:t>
            </a:r>
          </a:p>
        </p:txBody>
      </p:sp>
      <p:sp>
        <p:nvSpPr>
          <p:cNvPr id="5" name="body-4">
            <a:extLst>
              <a:ext uri="{FF2B5EF4-FFF2-40B4-BE49-F238E27FC236}">
                <ns2:creationId id="{F29F8077-E36D-4E81-8170-A475968712E0}"/>
              </a:ext>
            </a:extLst>
          </p:cNvPr>
          <p:cNvSpPr>
            <a:spLocks noGrp="1"/>
          </p:cNvSpPr>
          <p:nvPr/>
        </p:nvSpPr>
        <p:spPr>
          <a:xfrm>
            <a:off x="590550" y="5703570"/>
            <a:ext cx="1099185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904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CMake 生成 Makefile，Make 完成编译和链接。</a:t>
            </a:r>
          </a:p>
        </p:txBody>
      </p:sp>
    </p:spTree>
    <p:extLst>
      <p:ext uri="{BB962C8B-B14F-4D97-AF65-F5344CB8AC3E}">
        <ns3:creationId val="1595629024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 name="多个 CMake 项目：catk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title">
            <a:extLst>
              <a:ext uri="{FF2B5EF4-FFF2-40B4-BE49-F238E27FC236}">
                <ns2:creationId id="{CDF7F058-0AB2-46B3-AF07-0D836434CDEE}"/>
              </a:ext>
            </a:extLst>
          </p:cNvPr>
          <p:cNvSpPr>
            <a:spLocks noGrp="1"/>
          </p:cNvSpPr>
          <p:nvPr/>
        </p:nvSpPr>
        <p:spPr>
          <a:xfrm>
            <a:off x="476250" y="1076325"/>
            <a:ext cx="112395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宋体"/>
                <a:cs typeface="Arial"/>
              </a:rPr>
              <a:t>多个 CMake 项目：catkin</a:t>
            </a:r>
          </a:p>
        </p:txBody>
      </p:sp>
      <p:sp>
        <p:nvSpPr>
          <p:cNvPr id="2" name="body-1">
            <a:extLst>
              <a:ext uri="{FF2B5EF4-FFF2-40B4-BE49-F238E27FC236}">
                <ns2:creationId id="{58D2632F-EFA2-4D5B-B4D4-880554DC7196}"/>
              </a:ext>
            </a:extLst>
          </p:cNvPr>
          <p:cNvSpPr>
            <a:spLocks noGrp="1"/>
          </p:cNvSpPr>
          <p:nvPr/>
        </p:nvSpPr>
        <p:spPr>
          <a:xfrm>
            <a:off x="590550" y="1885950"/>
            <a:ext cx="1099185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197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974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ROS 1 将功能组织成包，在工作空间中统一构建。</a:t>
            </a:r>
          </a:p>
        </p:txBody>
      </p:sp>
      <p:sp>
        <p:nvSpPr>
          <p:cNvPr id="3" name="body-2">
            <a:extLst>
              <a:ext uri="{FF2B5EF4-FFF2-40B4-BE49-F238E27FC236}">
                <ns2:creationId id="{88CECD84-4B12-45D4-A44C-7ED640F826F2}"/>
              </a:ext>
            </a:extLst>
          </p:cNvPr>
          <p:cNvSpPr>
            <a:spLocks noGrp="1"/>
          </p:cNvSpPr>
          <p:nvPr/>
        </p:nvSpPr>
        <p:spPr>
          <a:xfrm>
            <a:off x="590550" y="2404110"/>
            <a:ext cx="5095875" cy="2990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catkin_ws/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└── src/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├── motor_driver/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│   ├── CMakeLists.txt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│   └── package.xml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├── sensor_driver/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│   ├── CMakeLists.txt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│   └── package.xml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└── robot_control/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    ├── CMakeLists.txt</a:t>
            </a:r>
          </a:p>
          <a:p>
            <a:pPr algn="l">
              <a:lnSpc>
                <a:spcPct val="100000"/>
              </a:lnSpc>
              <a:buNone/>
              <a:defRPr sz="1763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63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      └── package.xml</a:t>
            </a:r>
          </a:p>
        </p:txBody>
      </p:sp>
      <p:sp>
        <p:nvSpPr>
          <p:cNvPr id="4" name="body-3">
            <a:extLst>
              <a:ext uri="{FF2B5EF4-FFF2-40B4-BE49-F238E27FC236}">
                <ns2:creationId id="{84DA1F89-D54B-4E55-8C40-82308139358B}"/>
              </a:ext>
            </a:extLst>
          </p:cNvPr>
          <p:cNvSpPr>
            <a:spLocks noGrp="1"/>
          </p:cNvSpPr>
          <p:nvPr/>
        </p:nvSpPr>
        <p:spPr>
          <a:xfrm>
            <a:off x="6286500" y="2404110"/>
            <a:ext cx="5286375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25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# CMakeLists.txt 中的 catkin 配置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25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find_package(catkin REQUIRED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25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  COMPONENTS roscpp std_msgs)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25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catkin_package()</a:t>
            </a:r>
          </a:p>
        </p:txBody>
      </p:sp>
      <p:sp>
        <p:nvSpPr>
          <p:cNvPr id="5" name="body-4">
            <a:extLst>
              <a:ext uri="{FF2B5EF4-FFF2-40B4-BE49-F238E27FC236}">
                <ns2:creationId id="{736BCA73-49B2-4C28-A07A-FC085BEEC524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5286375" cy="121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defPPr>
            <a:lvl1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1pPr>
            <a:lvl2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2pPr>
            <a:lvl3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3pPr>
            <a:lvl4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4pPr>
            <a:lvl5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5pPr>
            <a:lvl6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6pPr>
            <a:lvl7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7pPr>
            <a:lvl8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8pPr>
            <a:lvl9pPr algn="l"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25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cd catkin_ws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25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source /opt/ros/noetic/setup.bash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25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catkin_make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171717"/>
                </a:solidFill>
                <a:latin typeface="Consolas"/>
                <a:ea typeface="宋体"/>
                <a:cs typeface="Consolas"/>
              </a:defRPr>
            </a:pPr>
            <a:r>
              <a:rPr sz="1725" b="0">
                <a:solidFill>
                  <a:srgbClr val="171717"/>
                </a:solidFill>
                <a:latin typeface="Consolas"/>
                <a:ea typeface="宋体"/>
                <a:cs typeface="Consolas"/>
              </a:rPr>
              <a:t>source devel/setup.bash</a:t>
            </a:r>
          </a:p>
        </p:txBody>
      </p:sp>
      <p:sp>
        <p:nvSpPr>
          <p:cNvPr id="6" name="body-5">
            <a:extLst>
              <a:ext uri="{FF2B5EF4-FFF2-40B4-BE49-F238E27FC236}">
                <ns2:creationId id="{787418AE-7E52-4562-AFCD-4FEF5EA3F51D}"/>
              </a:ext>
            </a:extLst>
          </p:cNvPr>
          <p:cNvSpPr>
            <a:spLocks noGrp="1"/>
          </p:cNvSpPr>
          <p:nvPr/>
        </p:nvSpPr>
        <p:spPr>
          <a:xfrm>
            <a:off x="590550" y="5429250"/>
            <a:ext cx="1099185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defPPr>
            <a:lvl1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1pPr>
            <a:lvl2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2pPr>
            <a:lvl3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3pPr>
            <a:lvl4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4pPr>
            <a:lvl5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5pPr>
            <a:lvl6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6pPr>
            <a:lvl7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7pPr>
            <a:lvl8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8pPr>
            <a:lvl9pPr algn="l"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lvl9pPr>
          </a:lstStyle>
          <a:p>
            <a:pPr algn="l">
              <a:lnSpc>
                <a:spcPct val="110000"/>
              </a:lnSpc>
              <a:buNone/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904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CMakeLists.txt 描述构建方法，package.xml 声明包信息和依赖。</a:t>
            </a:r>
          </a:p>
          <a:p>
            <a:pPr algn="l">
              <a:lnSpc>
                <a:spcPct val="110000"/>
              </a:lnSpc>
              <a:buNone/>
              <a:defRPr sz="1904" b="0">
                <a:solidFill>
                  <a:srgbClr val="171717"/>
                </a:solidFill>
                <a:latin typeface="Arial"/>
                <a:ea typeface="宋体"/>
                <a:cs typeface="Arial"/>
              </a:defRPr>
            </a:pPr>
            <a:r>
              <a:rPr sz="1904" b="0">
                <a:solidFill>
                  <a:srgbClr val="171717"/>
                </a:solidFill>
                <a:latin typeface="Arial"/>
                <a:ea typeface="宋体"/>
                <a:cs typeface="Arial"/>
              </a:rPr>
              <a:t>catkin 基于 CMake，按包的依赖关系组织构建。</a:t>
            </a:r>
          </a:p>
        </p:txBody>
      </p:sp>
    </p:spTree>
    <p:extLst>
      <p:ext uri="{BB962C8B-B14F-4D97-AF65-F5344CB8AC3E}">
        <ns3:creationId val="1507482866"/>
      </p:ext>
    </p:extLst>
  </p:cSld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2UzNjc1OTNmNDJjZDJhNmExNTNiMjg2MjFiYjk1OGM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269B0"/>
      </a:accent1>
      <a:accent2>
        <a:srgbClr val="3881BD"/>
      </a:accent2>
      <a:accent3>
        <a:srgbClr val="5E99C9"/>
      </a:accent3>
      <a:accent4>
        <a:srgbClr val="84B1D6"/>
      </a:accent4>
      <a:accent5>
        <a:srgbClr val="AAC9E3"/>
      </a:accent5>
      <a:accent6>
        <a:srgbClr val="D0E1EF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269B0"/>
      </a:accent1>
      <a:accent2>
        <a:srgbClr val="3881BD"/>
      </a:accent2>
      <a:accent3>
        <a:srgbClr val="5E99C9"/>
      </a:accent3>
      <a:accent4>
        <a:srgbClr val="84B1D6"/>
      </a:accent4>
      <a:accent5>
        <a:srgbClr val="AAC9E3"/>
      </a:accent5>
      <a:accent6>
        <a:srgbClr val="D0E1EF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269B0"/>
      </a:accent1>
      <a:accent2>
        <a:srgbClr val="3881BD"/>
      </a:accent2>
      <a:accent3>
        <a:srgbClr val="5E99C9"/>
      </a:accent3>
      <a:accent4>
        <a:srgbClr val="84B1D6"/>
      </a:accent4>
      <a:accent5>
        <a:srgbClr val="AAC9E3"/>
      </a:accent5>
      <a:accent6>
        <a:srgbClr val="D0E1EF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00000"/>
    </a:dk2>
    <a:lt2>
      <a:srgbClr val="FFFFFF"/>
    </a:lt2>
    <a:accent1>
      <a:srgbClr val="1269B0"/>
    </a:accent1>
    <a:accent2>
      <a:srgbClr val="3881BD"/>
    </a:accent2>
    <a:accent3>
      <a:srgbClr val="5E99C9"/>
    </a:accent3>
    <a:accent4>
      <a:srgbClr val="84B1D6"/>
    </a:accent4>
    <a:accent5>
      <a:srgbClr val="AAC9E3"/>
    </a:accent5>
    <a:accent6>
      <a:srgbClr val="D0E1EF"/>
    </a:accent6>
    <a:hlink>
      <a:srgbClr val="000000"/>
    </a:hlink>
    <a:folHlink>
      <a:srgbClr val="000000"/>
    </a:folHlink>
  </a:clrScheme>
</a:themeOverrid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3</ns0:TotalTime>
  <ns0:Words>1391</ns0:Words>
  <ns0:Application>Microsoft Office PowerPoint</ns0:Application>
  <ns0:PresentationFormat>自定义</ns0:PresentationFormat>
  <ns0:Paragraphs>81</ns0:Paragraphs>
  <ns0:Slides>5</ns0:Slides>
  <ns0:Notes>5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3</ns1:i4>
      </ns1:variant>
      <ns1:variant>
        <ns1:lpstr>主题</ns1:lpstr>
      </ns1:variant>
      <ns1:variant>
        <ns1:i4>2</ns1:i4>
      </ns1:variant>
      <ns1:variant>
        <ns1:lpstr>幻灯片标题</ns1:lpstr>
      </ns1:variant>
      <ns1:variant>
        <ns1:i4>12</ns1:i4>
      </ns1:variant>
    </ns1:vector>
  </ns0:HeadingPairs>
  <ns0:TitlesOfParts>
    <ns1:vector size="17" baseType="lpstr">
      <ns1:lpstr>Arial</ns1:lpstr>
      <ns1:lpstr>Times New Roman</ns1:lpstr>
      <ns1:lpstr>Wingdings</ns1:lpstr>
      <ns1:lpstr>Office Theme</ns1:lpstr>
      <ns1:lpstr>Office Theme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Fabian Dähler</dc:creator>
  <cp:lastModifiedBy>Roi Bar</cp:lastModifiedBy>
  <cp:revision>54</cp:revision>
  <cp:lastPrinted>2021-02-23T21:11:00Z</cp:lastPrinted>
  <dcterms:created xsi:type="dcterms:W3CDTF">2021-02-23T21:11:00Z</dcterms:created>
  <dcterms:modified xsi:type="dcterms:W3CDTF">2026-10-19T03:30:57Z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ntentTypeId">
    <vt:lpwstr>0x0101003DC172450BD2A749A6C53514AD90E260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ICV">
    <vt:lpwstr>7AF839239F2742C8A81AA03E49D6D94E</vt:lpwstr>
  </property>
  <property fmtid="{D5CDD505-2E9C-101B-9397-08002B2CF9AE}" pid="7" name="KSOProductBuildVer">
    <vt:lpwstr>2052-12.1.0.18276</vt:lpwstr>
  </property>
  <property fmtid="{D5CDD505-2E9C-101B-9397-08002B2CF9AE}" pid="8" name="LinksUpToDate">
    <vt:bool>false</vt:bool>
  </property>
  <property fmtid="{D5CDD505-2E9C-101B-9397-08002B2CF9AE}" pid="9" name="MMClips">
    <vt:i4>0</vt:i4>
  </property>
  <property fmtid="{D5CDD505-2E9C-101B-9397-08002B2CF9AE}" pid="10" name="Notes">
    <vt:i4>1</vt:i4>
  </property>
  <property fmtid="{D5CDD505-2E9C-101B-9397-08002B2CF9AE}" pid="11" name="PresentationFormat">
    <vt:lpwstr>自定义</vt:lpwstr>
  </property>
  <property fmtid="{D5CDD505-2E9C-101B-9397-08002B2CF9AE}" pid="12" name="ScaleCrop">
    <vt:bool>false</vt:bool>
  </property>
  <property fmtid="{D5CDD505-2E9C-101B-9397-08002B2CF9AE}" pid="13" name="ShareDoc">
    <vt:bool>false</vt:bool>
  </property>
  <property fmtid="{D5CDD505-2E9C-101B-9397-08002B2CF9AE}" pid="14" name="Slides">
    <vt:i4>10</vt:i4>
  </property>
</Properties>
</file>